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slides/_rels/slide1.xml.rels" ContentType="application/vnd.openxmlformats-package.relationships+xml"/>
  <Override PartName="/ppt/slides/slide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Lst>
  <p:sldSz cx="21945600" cy="292608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3840" spc="-1" strike="noStrike">
                <a:solidFill>
                  <a:schemeClr val="dk1"/>
                </a:solidFill>
                <a:latin typeface="Arial"/>
              </a:rPr>
              <a:t>Click to move the slide</a:t>
            </a:r>
            <a:endParaRPr b="0" lang="en-US" sz="3840" spc="-1" strike="noStrike">
              <a:solidFill>
                <a:schemeClr val="dk1"/>
              </a:solidFill>
              <a:latin typeface="Arial"/>
            </a:endParaRPr>
          </a:p>
        </p:txBody>
      </p:sp>
      <p:sp>
        <p:nvSpPr>
          <p:cNvPr id="6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69"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0"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1"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D77B74A-8CE1-476F-8568-007B35908B1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2143080" y="685800"/>
            <a:ext cx="2571480" cy="3428640"/>
          </a:xfrm>
          <a:prstGeom prst="rect">
            <a:avLst/>
          </a:prstGeom>
          <a:ln w="0">
            <a:noFill/>
          </a:ln>
        </p:spPr>
      </p:sp>
      <p:sp>
        <p:nvSpPr>
          <p:cNvPr id="1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0">
              <a:lnSpc>
                <a:spcPct val="100000"/>
              </a:lnSpc>
              <a:buNone/>
            </a:pPr>
            <a:r>
              <a:rPr b="0" lang="en-US" sz="800" spc="-1" strike="noStrike">
                <a:solidFill>
                  <a:schemeClr val="lt1"/>
                </a:solidFill>
                <a:latin typeface="Arial"/>
              </a:rPr>
              <a:t>Introduction. Include the student name, company name, internship location, internship position, and internship dates. Also note the course rubric and number, course title, and instructor(s). In addition, describe how you secured the internship.</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Abstract. The abstract should provide a concise summary of what was done and learned in the internship and the course.</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Learning Objectives. List 2 to 5 learning objectives that you had planned to achieve by completing the internship.</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Description of Key Responsibilities. Summarize the major responsibilities, activities, and project(s) completed during the internship.</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Application of VWU courses to the internship. Explain how your coursework  helped with the internship. Link relevant courses, theories, and concepts to their applications within the internship.</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Lessons Learned. Explain what you learned about the industry, the company, the career process, and yourself through the internship experience.</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Acknowledgements. Recognize the people who helped you, including the internship site supervisor, the course instructor, and mentors. Include full titles in the acknowledgements. In addition, acknowledge funding sources.</a:t>
            </a:r>
            <a:endParaRPr b="0" lang="en-US" sz="800" spc="-1" strike="noStrike">
              <a:solidFill>
                <a:srgbClr val="000000"/>
              </a:solidFill>
              <a:latin typeface="Arial"/>
            </a:endParaRPr>
          </a:p>
          <a:p>
            <a:pPr marL="216000" indent="0">
              <a:lnSpc>
                <a:spcPct val="100000"/>
              </a:lnSpc>
              <a:buNone/>
            </a:pPr>
            <a:r>
              <a:rPr b="0" lang="en-US" sz="800" spc="-1" strike="noStrike">
                <a:solidFill>
                  <a:schemeClr val="lt1"/>
                </a:solidFill>
                <a:latin typeface="Arial"/>
              </a:rPr>
              <a:t>Visuals. Incorporate visual aids to illustrate key points. Be sure to label all visuals. Include: names, dates, locations, and photographers. Do not include photographs of children unless you have secured approval from your site supervisor to use the children’s images.</a:t>
            </a:r>
            <a:endParaRPr b="0" lang="en-US" sz="800" spc="-1" strike="noStrike">
              <a:solidFill>
                <a:srgbClr val="000000"/>
              </a:solidFill>
              <a:latin typeface="Arial"/>
            </a:endParaRPr>
          </a:p>
          <a:p>
            <a:pPr marL="216000" indent="0">
              <a:lnSpc>
                <a:spcPct val="100000"/>
              </a:lnSpc>
              <a:buNone/>
            </a:pPr>
            <a:endParaRPr b="0" lang="en-US" sz="800" spc="-1" strike="noStrike">
              <a:solidFill>
                <a:srgbClr val="000000"/>
              </a:solidFill>
              <a:latin typeface="Arial"/>
            </a:endParaRPr>
          </a:p>
        </p:txBody>
      </p:sp>
      <p:sp>
        <p:nvSpPr>
          <p:cNvPr id="101"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defTabSz="1939680">
              <a:lnSpc>
                <a:spcPct val="100000"/>
              </a:lnSpc>
              <a:buNone/>
              <a:defRPr b="0" lang="en-US" sz="1200" spc="-1" strike="noStrike">
                <a:solidFill>
                  <a:schemeClr val="dk1"/>
                </a:solidFill>
                <a:latin typeface="Arial"/>
                <a:ea typeface="+mn-ea"/>
              </a:defRPr>
            </a:lvl1pPr>
          </a:lstStyle>
          <a:p>
            <a:pPr indent="0" algn="r" defTabSz="1939680">
              <a:lnSpc>
                <a:spcPct val="100000"/>
              </a:lnSpc>
              <a:buNone/>
            </a:pPr>
            <a:fld id="{A8AA1493-977F-4C7C-B5F7-9BC1CDE175F4}" type="slidenum">
              <a:rPr b="0" lang="en-US" sz="1200" spc="-1" strike="noStrike">
                <a:solidFill>
                  <a:schemeClr val="dk1"/>
                </a:solidFill>
                <a:latin typeface="Arial"/>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645920" y="9089640"/>
            <a:ext cx="18653400" cy="6271920"/>
          </a:xfrm>
          <a:prstGeom prst="rect">
            <a:avLst/>
          </a:prstGeom>
          <a:noFill/>
          <a:ln w="0">
            <a:noFill/>
          </a:ln>
        </p:spPr>
        <p:txBody>
          <a:bodyPr lIns="0" rIns="0" tIns="0" bIns="0" anchor="ctr">
            <a:noAutofit/>
          </a:bodyPr>
          <a:p>
            <a:pPr indent="0">
              <a:buNone/>
            </a:pPr>
            <a:endParaRPr b="0" lang="en-US" sz="3840" spc="-1" strike="noStrike">
              <a:solidFill>
                <a:schemeClr val="dk1"/>
              </a:solidFill>
              <a:latin typeface="Arial"/>
            </a:endParaRPr>
          </a:p>
        </p:txBody>
      </p:sp>
      <p:sp>
        <p:nvSpPr>
          <p:cNvPr id="6" name="PlaceHolder 2"/>
          <p:cNvSpPr>
            <a:spLocks noGrp="1"/>
          </p:cNvSpPr>
          <p:nvPr>
            <p:ph type="subTitle"/>
          </p:nvPr>
        </p:nvSpPr>
        <p:spPr>
          <a:xfrm>
            <a:off x="1097280" y="6846840"/>
            <a:ext cx="19750680" cy="169707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54020BD-5295-4242-81DF-3811EFA9588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3DDE50D-41A5-4F5F-BB70-C224FCE29E1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46B62BD7-94B7-448B-8838-A13B50A0168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645920" y="9089640"/>
            <a:ext cx="18653400" cy="6271920"/>
          </a:xfrm>
          <a:prstGeom prst="rect">
            <a:avLst/>
          </a:prstGeom>
          <a:noFill/>
          <a:ln w="0">
            <a:noFill/>
          </a:ln>
        </p:spPr>
        <p:txBody>
          <a:bodyPr lIns="0" rIns="0" tIns="0" bIns="0" anchor="ctr">
            <a:noAutofit/>
          </a:bodyPr>
          <a:p>
            <a:pPr indent="0">
              <a:buNone/>
            </a:pPr>
            <a:endParaRPr b="0" lang="en-US" sz="3840" spc="-1" strike="noStrike">
              <a:solidFill>
                <a:schemeClr val="dk1"/>
              </a:solidFill>
              <a:latin typeface="Arial"/>
            </a:endParaRPr>
          </a:p>
        </p:txBody>
      </p:sp>
      <p:sp>
        <p:nvSpPr>
          <p:cNvPr id="23" name="PlaceHolder 2"/>
          <p:cNvSpPr>
            <a:spLocks noGrp="1"/>
          </p:cNvSpPr>
          <p:nvPr>
            <p:ph/>
          </p:nvPr>
        </p:nvSpPr>
        <p:spPr>
          <a:xfrm>
            <a:off x="1097280" y="6846840"/>
            <a:ext cx="19750680" cy="16970760"/>
          </a:xfrm>
          <a:prstGeom prst="rect">
            <a:avLst/>
          </a:prstGeom>
          <a:noFill/>
          <a:ln w="0">
            <a:noFill/>
          </a:ln>
        </p:spPr>
        <p:txBody>
          <a:bodyPr lIns="0" rIns="0" tIns="0" bIns="0" anchor="t">
            <a:normAutofit/>
          </a:bodyPr>
          <a:p>
            <a:pPr indent="0">
              <a:spcBef>
                <a:spcPts val="1417"/>
              </a:spcBef>
              <a:buNone/>
            </a:pPr>
            <a:endParaRPr b="0" lang="en-US" sz="825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9DD5A1C-5E6E-4BE2-823A-B775F1F1C92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A73744B-DF3B-4DA5-9D30-EBC4D73F94ED}"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645920" y="9089640"/>
            <a:ext cx="18653400" cy="6271920"/>
          </a:xfrm>
          <a:prstGeom prst="rect">
            <a:avLst/>
          </a:prstGeom>
          <a:noFill/>
          <a:ln w="0">
            <a:noFill/>
          </a:ln>
        </p:spPr>
        <p:txBody>
          <a:bodyPr lIns="0" rIns="0" tIns="0" bIns="0" anchor="ctr">
            <a:noAutofit/>
          </a:bodyPr>
          <a:p>
            <a:pPr indent="0">
              <a:buNone/>
            </a:pPr>
            <a:endParaRPr b="0" lang="en-US" sz="3840" spc="-1" strike="noStrike">
              <a:solidFill>
                <a:schemeClr val="dk1"/>
              </a:solidFill>
              <a:latin typeface="Arial"/>
            </a:endParaRPr>
          </a:p>
        </p:txBody>
      </p:sp>
      <p:sp>
        <p:nvSpPr>
          <p:cNvPr id="36" name="PlaceHolder 2"/>
          <p:cNvSpPr>
            <a:spLocks noGrp="1"/>
          </p:cNvSpPr>
          <p:nvPr>
            <p:ph/>
          </p:nvPr>
        </p:nvSpPr>
        <p:spPr>
          <a:xfrm>
            <a:off x="1097280" y="6846840"/>
            <a:ext cx="9638280" cy="16970760"/>
          </a:xfrm>
          <a:prstGeom prst="rect">
            <a:avLst/>
          </a:prstGeom>
          <a:noFill/>
          <a:ln w="0">
            <a:noFill/>
          </a:ln>
        </p:spPr>
        <p:txBody>
          <a:bodyPr lIns="0" rIns="0" tIns="0" bIns="0" anchor="t">
            <a:normAutofit/>
          </a:bodyPr>
          <a:p>
            <a:pPr indent="0">
              <a:spcBef>
                <a:spcPts val="1417"/>
              </a:spcBef>
              <a:buNone/>
            </a:pPr>
            <a:endParaRPr b="0" lang="en-US" sz="8250" spc="-1" strike="noStrike">
              <a:solidFill>
                <a:schemeClr val="dk1"/>
              </a:solidFill>
              <a:latin typeface="Calibri"/>
            </a:endParaRPr>
          </a:p>
        </p:txBody>
      </p:sp>
      <p:sp>
        <p:nvSpPr>
          <p:cNvPr id="37" name="PlaceHolder 3"/>
          <p:cNvSpPr>
            <a:spLocks noGrp="1"/>
          </p:cNvSpPr>
          <p:nvPr>
            <p:ph/>
          </p:nvPr>
        </p:nvSpPr>
        <p:spPr>
          <a:xfrm>
            <a:off x="11217960" y="6846840"/>
            <a:ext cx="9638280" cy="16970760"/>
          </a:xfrm>
          <a:prstGeom prst="rect">
            <a:avLst/>
          </a:prstGeom>
          <a:noFill/>
          <a:ln w="0">
            <a:noFill/>
          </a:ln>
        </p:spPr>
        <p:txBody>
          <a:bodyPr lIns="0" rIns="0" tIns="0" bIns="0" anchor="t">
            <a:normAutofit/>
          </a:bodyPr>
          <a:p>
            <a:pPr indent="0">
              <a:spcBef>
                <a:spcPts val="1417"/>
              </a:spcBef>
              <a:buNone/>
            </a:pPr>
            <a:endParaRPr b="0" lang="en-US" sz="825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A49055C8-EE9A-4145-9E2B-CD11B035D3D2}"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5CAE72F-B359-483C-B532-99A7E5B90619}"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1645920" y="9089640"/>
            <a:ext cx="18653400" cy="6271920"/>
          </a:xfrm>
          <a:prstGeom prst="rect">
            <a:avLst/>
          </a:prstGeom>
          <a:noFill/>
          <a:ln w="0">
            <a:noFill/>
          </a:ln>
        </p:spPr>
        <p:txBody>
          <a:bodyPr lIns="0" rIns="0" tIns="0" bIns="0" anchor="ctr">
            <a:noAutofit/>
          </a:bodyPr>
          <a:p>
            <a:pPr indent="0">
              <a:buNone/>
            </a:pPr>
            <a:endParaRPr b="0" lang="en-US" sz="3840" spc="-1" strike="noStrike">
              <a:solidFill>
                <a:schemeClr val="dk1"/>
              </a:solidFill>
              <a:latin typeface="Arial"/>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8180CEB2-902B-45D0-B57D-1CCE08BECEBF}"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32698C5-9B11-4ACB-AC94-D0984175594C}"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FEEAF171-61E5-492D-B853-F805BE0BF3C7}"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17A074F7-2BB8-4815-81CC-7B205228BF2C}"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645920" y="9089640"/>
            <a:ext cx="18653400" cy="6271920"/>
          </a:xfrm>
          <a:prstGeom prst="rect">
            <a:avLst/>
          </a:prstGeom>
          <a:noFill/>
          <a:ln w="9360">
            <a:noFill/>
          </a:ln>
        </p:spPr>
        <p:txBody>
          <a:bodyPr numCol="1" spcCol="0" lIns="313560" rIns="313560" tIns="156600" bIns="156600" anchor="ctr">
            <a:noAutofit/>
          </a:bodyPr>
          <a:p>
            <a:pPr indent="0" algn="ctr" defTabSz="2350080">
              <a:lnSpc>
                <a:spcPct val="100000"/>
              </a:lnSpc>
              <a:buNone/>
            </a:pPr>
            <a:r>
              <a:rPr b="0" lang="en-US" sz="11320" spc="-1" strike="noStrike">
                <a:solidFill>
                  <a:schemeClr val="dk1"/>
                </a:solidFill>
                <a:latin typeface="Calibri"/>
              </a:rPr>
              <a:t>Click to edit Master title </a:t>
            </a:r>
            <a:r>
              <a:rPr b="0" lang="en-US" sz="11320" spc="-1" strike="noStrike">
                <a:solidFill>
                  <a:schemeClr val="dk1"/>
                </a:solidFill>
                <a:latin typeface="Calibri"/>
              </a:rPr>
              <a:t>style</a:t>
            </a:r>
            <a:endParaRPr b="0" lang="en-US" sz="11320" spc="-1" strike="noStrike">
              <a:solidFill>
                <a:schemeClr val="dk1"/>
              </a:solidFill>
              <a:latin typeface="Arial"/>
            </a:endParaRPr>
          </a:p>
        </p:txBody>
      </p:sp>
      <p:sp>
        <p:nvSpPr>
          <p:cNvPr id="1" name="PlaceHolder 2"/>
          <p:cNvSpPr>
            <a:spLocks noGrp="1"/>
          </p:cNvSpPr>
          <p:nvPr>
            <p:ph type="dt" idx="1"/>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2" name="PlaceHolder 3"/>
          <p:cNvSpPr>
            <a:spLocks noGrp="1"/>
          </p:cNvSpPr>
          <p:nvPr>
            <p:ph type="ftr" idx="2"/>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 name="PlaceHolder 4"/>
          <p:cNvSpPr>
            <a:spLocks noGrp="1"/>
          </p:cNvSpPr>
          <p:nvPr>
            <p:ph type="sldNum" idx="3"/>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CA7F228C-2CDB-49A4-9C69-5EA1FCE5E819}"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
        <p:nvSpPr>
          <p:cNvPr id="4" name="PlaceHolder 5"/>
          <p:cNvSpPr>
            <a:spLocks noGrp="1"/>
          </p:cNvSpPr>
          <p:nvPr>
            <p:ph type="body"/>
          </p:nvPr>
        </p:nvSpPr>
        <p:spPr>
          <a:xfrm>
            <a:off x="1097280" y="6846840"/>
            <a:ext cx="19750680" cy="169707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8250" spc="-1" strike="noStrike">
                <a:solidFill>
                  <a:schemeClr val="dk1"/>
                </a:solidFill>
                <a:latin typeface="Calibri"/>
              </a:rPr>
              <a:t>Click to edit the outline text format</a:t>
            </a:r>
            <a:endParaRPr b="0" lang="en-US" sz="825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6150" spc="-1" strike="noStrike">
                <a:solidFill>
                  <a:schemeClr val="dk1"/>
                </a:solidFill>
                <a:latin typeface="Calibri"/>
              </a:rPr>
              <a:t>Second Outline Level</a:t>
            </a:r>
            <a:endParaRPr b="0" lang="en-US" sz="615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5180" spc="-1" strike="noStrike">
                <a:solidFill>
                  <a:schemeClr val="dk1"/>
                </a:solidFill>
                <a:latin typeface="Calibri"/>
              </a:rPr>
              <a:t>Third Outline Level</a:t>
            </a:r>
            <a:endParaRPr b="0" lang="en-US" sz="518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5180" spc="-1" strike="noStrike">
                <a:solidFill>
                  <a:schemeClr val="dk1"/>
                </a:solidFill>
                <a:latin typeface="Calibri"/>
              </a:rPr>
              <a:t>Fourth Outline Level</a:t>
            </a:r>
            <a:endParaRPr b="0" lang="en-US" sz="518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097640" y="1172520"/>
            <a:ext cx="19750320" cy="4876560"/>
          </a:xfrm>
          <a:prstGeom prst="rect">
            <a:avLst/>
          </a:prstGeom>
          <a:noFill/>
          <a:ln w="9360">
            <a:noFill/>
          </a:ln>
        </p:spPr>
        <p:txBody>
          <a:bodyPr numCol="1" spcCol="0" lIns="313560" rIns="313560" tIns="156600" bIns="156600" anchor="ctr">
            <a:noAutofit/>
          </a:bodyPr>
          <a:p>
            <a:pPr indent="0" algn="ctr" defTabSz="2350080">
              <a:lnSpc>
                <a:spcPct val="100000"/>
              </a:lnSpc>
              <a:buNone/>
            </a:pPr>
            <a:r>
              <a:rPr b="0" lang="en-US" sz="11320" spc="-1" strike="noStrike">
                <a:solidFill>
                  <a:schemeClr val="dk1"/>
                </a:solidFill>
                <a:latin typeface="Calibri"/>
              </a:rPr>
              <a:t>Click to edit Master title style</a:t>
            </a:r>
            <a:endParaRPr b="0" lang="en-US" sz="11320" spc="-1" strike="noStrike">
              <a:solidFill>
                <a:schemeClr val="dk1"/>
              </a:solidFill>
              <a:latin typeface="Arial"/>
            </a:endParaRPr>
          </a:p>
        </p:txBody>
      </p:sp>
      <p:sp>
        <p:nvSpPr>
          <p:cNvPr id="8" name="PlaceHolder 2"/>
          <p:cNvSpPr>
            <a:spLocks noGrp="1"/>
          </p:cNvSpPr>
          <p:nvPr>
            <p:ph type="body"/>
          </p:nvPr>
        </p:nvSpPr>
        <p:spPr>
          <a:xfrm>
            <a:off x="1097640" y="6828480"/>
            <a:ext cx="19750320" cy="19310040"/>
          </a:xfrm>
          <a:prstGeom prst="rect">
            <a:avLst/>
          </a:prstGeom>
          <a:noFill/>
          <a:ln w="9360">
            <a:noFill/>
          </a:ln>
        </p:spPr>
        <p:txBody>
          <a:bodyPr numCol="1" spcCol="0" lIns="313560" rIns="313560" tIns="156600" bIns="156600" anchor="t" vert="eaVert">
            <a:noAutofit/>
          </a:bodyPr>
          <a:p>
            <a:pPr marL="880920" indent="-880920" defTabSz="2350080">
              <a:lnSpc>
                <a:spcPct val="100000"/>
              </a:lnSpc>
              <a:spcBef>
                <a:spcPts val="1650"/>
              </a:spcBef>
              <a:buClr>
                <a:srgbClr val="ffffff"/>
              </a:buClr>
              <a:buFont typeface="Arial"/>
              <a:buChar char="•"/>
            </a:pPr>
            <a:r>
              <a:rPr b="0" lang="en-US" sz="8250" spc="-1" strike="noStrike">
                <a:solidFill>
                  <a:schemeClr val="dk1"/>
                </a:solidFill>
                <a:latin typeface="Calibri"/>
              </a:rPr>
              <a:t>Click to edit Master text styles</a:t>
            </a:r>
            <a:endParaRPr b="0" lang="en-US" sz="8250" spc="-1" strike="noStrike">
              <a:solidFill>
                <a:schemeClr val="dk1"/>
              </a:solidFill>
              <a:latin typeface="Calibri"/>
            </a:endParaRPr>
          </a:p>
          <a:p>
            <a:pPr lvl="1" marL="1909800" indent="-734400" defTabSz="2350080">
              <a:lnSpc>
                <a:spcPct val="100000"/>
              </a:lnSpc>
              <a:spcBef>
                <a:spcPts val="1440"/>
              </a:spcBef>
              <a:buClr>
                <a:srgbClr val="ffffff"/>
              </a:buClr>
              <a:buFont typeface="Arial"/>
              <a:buChar char="–"/>
            </a:pPr>
            <a:r>
              <a:rPr b="0" lang="en-US" sz="7200" spc="-1" strike="noStrike">
                <a:solidFill>
                  <a:schemeClr val="dk1"/>
                </a:solidFill>
                <a:latin typeface="Calibri"/>
              </a:rPr>
              <a:t>Second level</a:t>
            </a:r>
            <a:endParaRPr b="0" lang="en-US" sz="7200" spc="-1" strike="noStrike">
              <a:solidFill>
                <a:schemeClr val="dk1"/>
              </a:solidFill>
              <a:latin typeface="Calibri"/>
            </a:endParaRPr>
          </a:p>
          <a:p>
            <a:pPr lvl="2" marL="2938320" indent="-586800" defTabSz="2350080">
              <a:lnSpc>
                <a:spcPct val="100000"/>
              </a:lnSpc>
              <a:spcBef>
                <a:spcPts val="1230"/>
              </a:spcBef>
              <a:buClr>
                <a:srgbClr val="ffffff"/>
              </a:buClr>
              <a:buFont typeface="Arial"/>
              <a:buChar char="•"/>
            </a:pPr>
            <a:r>
              <a:rPr b="0" lang="en-US" sz="6150" spc="-1" strike="noStrike">
                <a:solidFill>
                  <a:schemeClr val="dk1"/>
                </a:solidFill>
                <a:latin typeface="Calibri"/>
              </a:rPr>
              <a:t>Third level</a:t>
            </a:r>
            <a:endParaRPr b="0" lang="en-US" sz="6150" spc="-1" strike="noStrike">
              <a:solidFill>
                <a:schemeClr val="dk1"/>
              </a:solidFill>
              <a:latin typeface="Calibri"/>
            </a:endParaRPr>
          </a:p>
          <a:p>
            <a:pPr lvl="3" marL="411336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Fourth level</a:t>
            </a:r>
            <a:endParaRPr b="0" lang="en-US" sz="5180" spc="-1" strike="noStrike">
              <a:solidFill>
                <a:schemeClr val="dk1"/>
              </a:solidFill>
              <a:latin typeface="Calibri"/>
            </a:endParaRPr>
          </a:p>
          <a:p>
            <a:pPr lvl="4" marL="528948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Fifth level</a:t>
            </a:r>
            <a:endParaRPr b="0" lang="en-US" sz="5180" spc="-1" strike="noStrike">
              <a:solidFill>
                <a:schemeClr val="dk1"/>
              </a:solidFill>
              <a:latin typeface="Calibri"/>
            </a:endParaRPr>
          </a:p>
        </p:txBody>
      </p:sp>
      <p:sp>
        <p:nvSpPr>
          <p:cNvPr id="9" name="PlaceHolder 3"/>
          <p:cNvSpPr>
            <a:spLocks noGrp="1"/>
          </p:cNvSpPr>
          <p:nvPr>
            <p:ph type="dt" idx="4"/>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10" name="PlaceHolder 4"/>
          <p:cNvSpPr>
            <a:spLocks noGrp="1"/>
          </p:cNvSpPr>
          <p:nvPr>
            <p:ph type="ftr" idx="5"/>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1" name="PlaceHolder 5"/>
          <p:cNvSpPr>
            <a:spLocks noGrp="1"/>
          </p:cNvSpPr>
          <p:nvPr>
            <p:ph type="sldNum" idx="6"/>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D13B1B62-702F-4F65-894F-27D908A32541}"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57279600" y="3752280"/>
            <a:ext cx="17773200" cy="79891200"/>
          </a:xfrm>
          <a:prstGeom prst="rect">
            <a:avLst/>
          </a:prstGeom>
          <a:noFill/>
          <a:ln w="9360">
            <a:noFill/>
          </a:ln>
        </p:spPr>
        <p:txBody>
          <a:bodyPr numCol="1" spcCol="0" lIns="313560" rIns="313560" tIns="156600" bIns="156600" anchor="ctr" vert="eaVert">
            <a:noAutofit/>
          </a:bodyPr>
          <a:p>
            <a:pPr indent="0" algn="ctr" defTabSz="2350080">
              <a:lnSpc>
                <a:spcPct val="100000"/>
              </a:lnSpc>
              <a:buNone/>
            </a:pPr>
            <a:r>
              <a:rPr b="0" lang="en-US" sz="11320" spc="-1" strike="noStrike">
                <a:solidFill>
                  <a:schemeClr val="dk1"/>
                </a:solidFill>
                <a:latin typeface="Calibri"/>
              </a:rPr>
              <a:t>Click to edit Master title style</a:t>
            </a:r>
            <a:endParaRPr b="0" lang="en-US" sz="11320" spc="-1" strike="noStrike">
              <a:solidFill>
                <a:schemeClr val="dk1"/>
              </a:solidFill>
              <a:latin typeface="Arial"/>
            </a:endParaRPr>
          </a:p>
        </p:txBody>
      </p:sp>
      <p:sp>
        <p:nvSpPr>
          <p:cNvPr id="13" name="PlaceHolder 2"/>
          <p:cNvSpPr>
            <a:spLocks noGrp="1"/>
          </p:cNvSpPr>
          <p:nvPr>
            <p:ph type="body"/>
          </p:nvPr>
        </p:nvSpPr>
        <p:spPr>
          <a:xfrm>
            <a:off x="3951000" y="3752280"/>
            <a:ext cx="52962480" cy="79891200"/>
          </a:xfrm>
          <a:prstGeom prst="rect">
            <a:avLst/>
          </a:prstGeom>
          <a:noFill/>
          <a:ln w="9360">
            <a:noFill/>
          </a:ln>
        </p:spPr>
        <p:txBody>
          <a:bodyPr numCol="1" spcCol="0" lIns="313560" rIns="313560" tIns="156600" bIns="156600" anchor="t" vert="eaVert">
            <a:noAutofit/>
          </a:bodyPr>
          <a:p>
            <a:pPr marL="880920" indent="-880920" defTabSz="2350080">
              <a:lnSpc>
                <a:spcPct val="100000"/>
              </a:lnSpc>
              <a:spcBef>
                <a:spcPts val="1650"/>
              </a:spcBef>
              <a:buClr>
                <a:srgbClr val="ffffff"/>
              </a:buClr>
              <a:buFont typeface="Arial"/>
              <a:buChar char="•"/>
            </a:pPr>
            <a:r>
              <a:rPr b="0" lang="en-US" sz="8250" spc="-1" strike="noStrike">
                <a:solidFill>
                  <a:schemeClr val="dk1"/>
                </a:solidFill>
                <a:latin typeface="Calibri"/>
              </a:rPr>
              <a:t>Click to edit Master text styles</a:t>
            </a:r>
            <a:endParaRPr b="0" lang="en-US" sz="8250" spc="-1" strike="noStrike">
              <a:solidFill>
                <a:schemeClr val="dk1"/>
              </a:solidFill>
              <a:latin typeface="Calibri"/>
            </a:endParaRPr>
          </a:p>
          <a:p>
            <a:pPr lvl="1" marL="1909800" indent="-734400" defTabSz="2350080">
              <a:lnSpc>
                <a:spcPct val="100000"/>
              </a:lnSpc>
              <a:spcBef>
                <a:spcPts val="1440"/>
              </a:spcBef>
              <a:buClr>
                <a:srgbClr val="ffffff"/>
              </a:buClr>
              <a:buFont typeface="Arial"/>
              <a:buChar char="–"/>
            </a:pPr>
            <a:r>
              <a:rPr b="0" lang="en-US" sz="7200" spc="-1" strike="noStrike">
                <a:solidFill>
                  <a:schemeClr val="dk1"/>
                </a:solidFill>
                <a:latin typeface="Calibri"/>
              </a:rPr>
              <a:t>Second level</a:t>
            </a:r>
            <a:endParaRPr b="0" lang="en-US" sz="7200" spc="-1" strike="noStrike">
              <a:solidFill>
                <a:schemeClr val="dk1"/>
              </a:solidFill>
              <a:latin typeface="Calibri"/>
            </a:endParaRPr>
          </a:p>
          <a:p>
            <a:pPr lvl="2" marL="2938320" indent="-586800" defTabSz="2350080">
              <a:lnSpc>
                <a:spcPct val="100000"/>
              </a:lnSpc>
              <a:spcBef>
                <a:spcPts val="1230"/>
              </a:spcBef>
              <a:buClr>
                <a:srgbClr val="ffffff"/>
              </a:buClr>
              <a:buFont typeface="Arial"/>
              <a:buChar char="•"/>
            </a:pPr>
            <a:r>
              <a:rPr b="0" lang="en-US" sz="6150" spc="-1" strike="noStrike">
                <a:solidFill>
                  <a:schemeClr val="dk1"/>
                </a:solidFill>
                <a:latin typeface="Calibri"/>
              </a:rPr>
              <a:t>Third level</a:t>
            </a:r>
            <a:endParaRPr b="0" lang="en-US" sz="6150" spc="-1" strike="noStrike">
              <a:solidFill>
                <a:schemeClr val="dk1"/>
              </a:solidFill>
              <a:latin typeface="Calibri"/>
            </a:endParaRPr>
          </a:p>
          <a:p>
            <a:pPr lvl="3" marL="411336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Fourth level</a:t>
            </a:r>
            <a:endParaRPr b="0" lang="en-US" sz="5180" spc="-1" strike="noStrike">
              <a:solidFill>
                <a:schemeClr val="dk1"/>
              </a:solidFill>
              <a:latin typeface="Calibri"/>
            </a:endParaRPr>
          </a:p>
          <a:p>
            <a:pPr lvl="4" marL="528948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Fifth level</a:t>
            </a:r>
            <a:endParaRPr b="0" lang="en-US" sz="5180" spc="-1" strike="noStrike">
              <a:solidFill>
                <a:schemeClr val="dk1"/>
              </a:solidFill>
              <a:latin typeface="Calibri"/>
            </a:endParaRPr>
          </a:p>
        </p:txBody>
      </p:sp>
      <p:sp>
        <p:nvSpPr>
          <p:cNvPr id="14" name="PlaceHolder 3"/>
          <p:cNvSpPr>
            <a:spLocks noGrp="1"/>
          </p:cNvSpPr>
          <p:nvPr>
            <p:ph type="dt" idx="7"/>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15" name="PlaceHolder 4"/>
          <p:cNvSpPr>
            <a:spLocks noGrp="1"/>
          </p:cNvSpPr>
          <p:nvPr>
            <p:ph type="ftr" idx="8"/>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6" name="PlaceHolder 5"/>
          <p:cNvSpPr>
            <a:spLocks noGrp="1"/>
          </p:cNvSpPr>
          <p:nvPr>
            <p:ph type="sldNum" idx="9"/>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A41D867F-BC55-4369-8FB0-908C71F96257}"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1097640" y="1172520"/>
            <a:ext cx="19750320" cy="4876560"/>
          </a:xfrm>
          <a:prstGeom prst="rect">
            <a:avLst/>
          </a:prstGeom>
          <a:noFill/>
          <a:ln w="9360">
            <a:noFill/>
          </a:ln>
        </p:spPr>
        <p:txBody>
          <a:bodyPr numCol="1" spcCol="0" lIns="313560" rIns="313560" tIns="156600" bIns="156600" anchor="ctr">
            <a:noAutofit/>
          </a:bodyPr>
          <a:p>
            <a:pPr indent="0" algn="ctr" defTabSz="2350080">
              <a:lnSpc>
                <a:spcPct val="100000"/>
              </a:lnSpc>
              <a:buNone/>
            </a:pPr>
            <a:r>
              <a:rPr b="0" lang="en-US" sz="11320" spc="-1" strike="noStrike">
                <a:solidFill>
                  <a:schemeClr val="dk1"/>
                </a:solidFill>
                <a:latin typeface="Calibri"/>
              </a:rPr>
              <a:t>Click to edit Master title style</a:t>
            </a:r>
            <a:endParaRPr b="0" lang="en-US" sz="11320" spc="-1" strike="noStrike">
              <a:solidFill>
                <a:schemeClr val="dk1"/>
              </a:solidFill>
              <a:latin typeface="Arial"/>
            </a:endParaRPr>
          </a:p>
        </p:txBody>
      </p:sp>
      <p:sp>
        <p:nvSpPr>
          <p:cNvPr id="18" name="PlaceHolder 2"/>
          <p:cNvSpPr>
            <a:spLocks noGrp="1"/>
          </p:cNvSpPr>
          <p:nvPr>
            <p:ph type="body"/>
          </p:nvPr>
        </p:nvSpPr>
        <p:spPr>
          <a:xfrm>
            <a:off x="1097640" y="6828480"/>
            <a:ext cx="19750320" cy="19310040"/>
          </a:xfrm>
          <a:prstGeom prst="rect">
            <a:avLst/>
          </a:prstGeom>
          <a:noFill/>
          <a:ln w="9360">
            <a:noFill/>
          </a:ln>
        </p:spPr>
        <p:txBody>
          <a:bodyPr numCol="1" spcCol="0" lIns="313560" rIns="313560" tIns="156600" bIns="156600" anchor="t">
            <a:noAutofit/>
          </a:bodyPr>
          <a:p>
            <a:pPr marL="880920" indent="-880920" defTabSz="2350080">
              <a:lnSpc>
                <a:spcPct val="100000"/>
              </a:lnSpc>
              <a:spcBef>
                <a:spcPts val="1650"/>
              </a:spcBef>
              <a:buClr>
                <a:srgbClr val="ffffff"/>
              </a:buClr>
              <a:buFont typeface="Arial"/>
              <a:buChar char="•"/>
            </a:pPr>
            <a:r>
              <a:rPr b="0" lang="en-US" sz="8250" spc="-1" strike="noStrike">
                <a:solidFill>
                  <a:schemeClr val="dk1"/>
                </a:solidFill>
                <a:latin typeface="Calibri"/>
              </a:rPr>
              <a:t>Click to edit Master text styles</a:t>
            </a:r>
            <a:endParaRPr b="0" lang="en-US" sz="8250" spc="-1" strike="noStrike">
              <a:solidFill>
                <a:schemeClr val="dk1"/>
              </a:solidFill>
              <a:latin typeface="Calibri"/>
            </a:endParaRPr>
          </a:p>
          <a:p>
            <a:pPr lvl="1" marL="1909800" indent="-734400" defTabSz="2350080">
              <a:lnSpc>
                <a:spcPct val="100000"/>
              </a:lnSpc>
              <a:spcBef>
                <a:spcPts val="1440"/>
              </a:spcBef>
              <a:buClr>
                <a:srgbClr val="ffffff"/>
              </a:buClr>
              <a:buFont typeface="Arial"/>
              <a:buChar char="–"/>
            </a:pPr>
            <a:r>
              <a:rPr b="0" lang="en-US" sz="7200" spc="-1" strike="noStrike">
                <a:solidFill>
                  <a:schemeClr val="dk1"/>
                </a:solidFill>
                <a:latin typeface="Calibri"/>
              </a:rPr>
              <a:t>Second level</a:t>
            </a:r>
            <a:endParaRPr b="0" lang="en-US" sz="7200" spc="-1" strike="noStrike">
              <a:solidFill>
                <a:schemeClr val="dk1"/>
              </a:solidFill>
              <a:latin typeface="Calibri"/>
            </a:endParaRPr>
          </a:p>
          <a:p>
            <a:pPr lvl="2" marL="2938320" indent="-586800" defTabSz="2350080">
              <a:lnSpc>
                <a:spcPct val="100000"/>
              </a:lnSpc>
              <a:spcBef>
                <a:spcPts val="1230"/>
              </a:spcBef>
              <a:buClr>
                <a:srgbClr val="ffffff"/>
              </a:buClr>
              <a:buFont typeface="Arial"/>
              <a:buChar char="•"/>
            </a:pPr>
            <a:r>
              <a:rPr b="0" lang="en-US" sz="6150" spc="-1" strike="noStrike">
                <a:solidFill>
                  <a:schemeClr val="dk1"/>
                </a:solidFill>
                <a:latin typeface="Calibri"/>
              </a:rPr>
              <a:t>Third level</a:t>
            </a:r>
            <a:endParaRPr b="0" lang="en-US" sz="6150" spc="-1" strike="noStrike">
              <a:solidFill>
                <a:schemeClr val="dk1"/>
              </a:solidFill>
              <a:latin typeface="Calibri"/>
            </a:endParaRPr>
          </a:p>
          <a:p>
            <a:pPr lvl="3" marL="411336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Fourth level</a:t>
            </a:r>
            <a:endParaRPr b="0" lang="en-US" sz="5180" spc="-1" strike="noStrike">
              <a:solidFill>
                <a:schemeClr val="dk1"/>
              </a:solidFill>
              <a:latin typeface="Calibri"/>
            </a:endParaRPr>
          </a:p>
          <a:p>
            <a:pPr lvl="4" marL="528948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Fifth level</a:t>
            </a:r>
            <a:endParaRPr b="0" lang="en-US" sz="5180" spc="-1" strike="noStrike">
              <a:solidFill>
                <a:schemeClr val="dk1"/>
              </a:solidFill>
              <a:latin typeface="Calibri"/>
            </a:endParaRPr>
          </a:p>
        </p:txBody>
      </p:sp>
      <p:sp>
        <p:nvSpPr>
          <p:cNvPr id="19" name="PlaceHolder 3"/>
          <p:cNvSpPr>
            <a:spLocks noGrp="1"/>
          </p:cNvSpPr>
          <p:nvPr>
            <p:ph type="dt" idx="10"/>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20" name="PlaceHolder 4"/>
          <p:cNvSpPr>
            <a:spLocks noGrp="1"/>
          </p:cNvSpPr>
          <p:nvPr>
            <p:ph type="ftr" idx="11"/>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21" name="PlaceHolder 5"/>
          <p:cNvSpPr>
            <a:spLocks noGrp="1"/>
          </p:cNvSpPr>
          <p:nvPr>
            <p:ph type="sldNum" idx="12"/>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17EAD982-A462-4F71-BFFC-BE8B210BA8CC}"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1733400" y="18802800"/>
            <a:ext cx="18653400" cy="5811120"/>
          </a:xfrm>
          <a:prstGeom prst="rect">
            <a:avLst/>
          </a:prstGeom>
          <a:noFill/>
          <a:ln w="9360">
            <a:noFill/>
          </a:ln>
        </p:spPr>
        <p:txBody>
          <a:bodyPr numCol="1" spcCol="0" lIns="313560" rIns="313560" tIns="156600" bIns="156600" anchor="t">
            <a:noAutofit/>
          </a:bodyPr>
          <a:p>
            <a:pPr indent="0" defTabSz="2350080">
              <a:lnSpc>
                <a:spcPct val="100000"/>
              </a:lnSpc>
              <a:buNone/>
            </a:pPr>
            <a:r>
              <a:rPr b="1" lang="en-US" sz="10280" spc="-1" strike="noStrike" cap="all">
                <a:solidFill>
                  <a:schemeClr val="dk1"/>
                </a:solidFill>
                <a:latin typeface="Calibri"/>
              </a:rPr>
              <a:t>Click to edit Master title style</a:t>
            </a:r>
            <a:endParaRPr b="0" lang="en-US" sz="10280" spc="-1" strike="noStrike">
              <a:solidFill>
                <a:schemeClr val="dk1"/>
              </a:solidFill>
              <a:latin typeface="Arial"/>
            </a:endParaRPr>
          </a:p>
        </p:txBody>
      </p:sp>
      <p:sp>
        <p:nvSpPr>
          <p:cNvPr id="25" name="PlaceHolder 2"/>
          <p:cNvSpPr>
            <a:spLocks noGrp="1"/>
          </p:cNvSpPr>
          <p:nvPr>
            <p:ph type="body"/>
          </p:nvPr>
        </p:nvSpPr>
        <p:spPr>
          <a:xfrm>
            <a:off x="1733400" y="12402000"/>
            <a:ext cx="18653400" cy="6400440"/>
          </a:xfrm>
          <a:prstGeom prst="rect">
            <a:avLst/>
          </a:prstGeom>
          <a:noFill/>
          <a:ln w="9360">
            <a:noFill/>
          </a:ln>
        </p:spPr>
        <p:txBody>
          <a:bodyPr numCol="1" spcCol="0" lIns="313560" rIns="313560" tIns="156600" bIns="156600" anchor="b">
            <a:noAutofit/>
          </a:bodyPr>
          <a:p>
            <a:pPr indent="0" defTabSz="2350080">
              <a:lnSpc>
                <a:spcPct val="100000"/>
              </a:lnSpc>
              <a:spcBef>
                <a:spcPts val="1035"/>
              </a:spcBef>
              <a:buNone/>
              <a:tabLst>
                <a:tab algn="l" pos="0"/>
              </a:tabLst>
            </a:pPr>
            <a:r>
              <a:rPr b="0" lang="en-US" sz="5180" spc="-1" strike="noStrike">
                <a:solidFill>
                  <a:schemeClr val="dk1">
                    <a:tint val="75000"/>
                  </a:schemeClr>
                </a:solidFill>
                <a:latin typeface="Calibri"/>
              </a:rPr>
              <a:t>Click to edit Master text styles</a:t>
            </a:r>
            <a:endParaRPr b="0" lang="en-US" sz="5180" spc="-1" strike="noStrike">
              <a:solidFill>
                <a:schemeClr val="dk1"/>
              </a:solidFill>
              <a:latin typeface="Calibri"/>
            </a:endParaRPr>
          </a:p>
        </p:txBody>
      </p:sp>
      <p:sp>
        <p:nvSpPr>
          <p:cNvPr id="26" name="PlaceHolder 3"/>
          <p:cNvSpPr>
            <a:spLocks noGrp="1"/>
          </p:cNvSpPr>
          <p:nvPr>
            <p:ph type="dt" idx="13"/>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27" name="PlaceHolder 4"/>
          <p:cNvSpPr>
            <a:spLocks noGrp="1"/>
          </p:cNvSpPr>
          <p:nvPr>
            <p:ph type="ftr" idx="14"/>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28" name="PlaceHolder 5"/>
          <p:cNvSpPr>
            <a:spLocks noGrp="1"/>
          </p:cNvSpPr>
          <p:nvPr>
            <p:ph type="sldNum" idx="15"/>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145D975E-A02A-4FBD-8AE7-7A8E2A1B798F}"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1097640" y="1172520"/>
            <a:ext cx="19750320" cy="4876560"/>
          </a:xfrm>
          <a:prstGeom prst="rect">
            <a:avLst/>
          </a:prstGeom>
          <a:noFill/>
          <a:ln w="9360">
            <a:noFill/>
          </a:ln>
        </p:spPr>
        <p:txBody>
          <a:bodyPr numCol="1" spcCol="0" lIns="313560" rIns="313560" tIns="156600" bIns="156600" anchor="ctr">
            <a:noAutofit/>
          </a:bodyPr>
          <a:p>
            <a:pPr indent="0" algn="ctr" defTabSz="2350080">
              <a:lnSpc>
                <a:spcPct val="100000"/>
              </a:lnSpc>
              <a:buNone/>
            </a:pPr>
            <a:r>
              <a:rPr b="0" lang="en-US" sz="11320" spc="-1" strike="noStrike">
                <a:solidFill>
                  <a:schemeClr val="dk1"/>
                </a:solidFill>
                <a:latin typeface="Calibri"/>
              </a:rPr>
              <a:t>Click </a:t>
            </a:r>
            <a:r>
              <a:rPr b="0" lang="en-US" sz="11320" spc="-1" strike="noStrike">
                <a:solidFill>
                  <a:schemeClr val="dk1"/>
                </a:solidFill>
                <a:latin typeface="Calibri"/>
              </a:rPr>
              <a:t>to edit </a:t>
            </a:r>
            <a:r>
              <a:rPr b="0" lang="en-US" sz="11320" spc="-1" strike="noStrike">
                <a:solidFill>
                  <a:schemeClr val="dk1"/>
                </a:solidFill>
                <a:latin typeface="Calibri"/>
              </a:rPr>
              <a:t>Maste</a:t>
            </a:r>
            <a:r>
              <a:rPr b="0" lang="en-US" sz="11320" spc="-1" strike="noStrike">
                <a:solidFill>
                  <a:schemeClr val="dk1"/>
                </a:solidFill>
                <a:latin typeface="Calibri"/>
              </a:rPr>
              <a:t>r title </a:t>
            </a:r>
            <a:r>
              <a:rPr b="0" lang="en-US" sz="11320" spc="-1" strike="noStrike">
                <a:solidFill>
                  <a:schemeClr val="dk1"/>
                </a:solidFill>
                <a:latin typeface="Calibri"/>
              </a:rPr>
              <a:t>style</a:t>
            </a:r>
            <a:endParaRPr b="0" lang="en-US" sz="11320" spc="-1" strike="noStrike">
              <a:solidFill>
                <a:schemeClr val="dk1"/>
              </a:solidFill>
              <a:latin typeface="Arial"/>
            </a:endParaRPr>
          </a:p>
        </p:txBody>
      </p:sp>
      <p:sp>
        <p:nvSpPr>
          <p:cNvPr id="30" name="PlaceHolder 2"/>
          <p:cNvSpPr>
            <a:spLocks noGrp="1"/>
          </p:cNvSpPr>
          <p:nvPr>
            <p:ph type="body"/>
          </p:nvPr>
        </p:nvSpPr>
        <p:spPr>
          <a:xfrm>
            <a:off x="3951000" y="21850920"/>
            <a:ext cx="35367840" cy="61792920"/>
          </a:xfrm>
          <a:prstGeom prst="rect">
            <a:avLst/>
          </a:prstGeom>
          <a:noFill/>
          <a:ln w="9360">
            <a:noFill/>
          </a:ln>
        </p:spPr>
        <p:txBody>
          <a:bodyPr numCol="1" spcCol="0" lIns="313560" rIns="313560" tIns="156600" bIns="156600" anchor="t">
            <a:noAutofit/>
          </a:bodyPr>
          <a:p>
            <a:pPr marL="880920" indent="-880920" defTabSz="2350080">
              <a:lnSpc>
                <a:spcPct val="100000"/>
              </a:lnSpc>
              <a:spcBef>
                <a:spcPts val="1440"/>
              </a:spcBef>
              <a:buClr>
                <a:srgbClr val="ffffff"/>
              </a:buClr>
              <a:buFont typeface="Arial"/>
              <a:buChar char="•"/>
            </a:pPr>
            <a:r>
              <a:rPr b="0" lang="en-US" sz="7200" spc="-1" strike="noStrike">
                <a:solidFill>
                  <a:schemeClr val="dk1"/>
                </a:solidFill>
                <a:latin typeface="Calibri"/>
              </a:rPr>
              <a:t>Click to edit Master text styles</a:t>
            </a:r>
            <a:endParaRPr b="0" lang="en-US" sz="7200" spc="-1" strike="noStrike">
              <a:solidFill>
                <a:schemeClr val="dk1"/>
              </a:solidFill>
              <a:latin typeface="Calibri"/>
            </a:endParaRPr>
          </a:p>
          <a:p>
            <a:pPr lvl="1" marL="1909800" indent="-734400" defTabSz="2350080">
              <a:lnSpc>
                <a:spcPct val="100000"/>
              </a:lnSpc>
              <a:spcBef>
                <a:spcPts val="1230"/>
              </a:spcBef>
              <a:buClr>
                <a:srgbClr val="ffffff"/>
              </a:buClr>
              <a:buFont typeface="Arial"/>
              <a:buChar char="–"/>
            </a:pPr>
            <a:r>
              <a:rPr b="0" lang="en-US" sz="6150" spc="-1" strike="noStrike">
                <a:solidFill>
                  <a:schemeClr val="dk1"/>
                </a:solidFill>
                <a:latin typeface="Calibri"/>
              </a:rPr>
              <a:t>Second level</a:t>
            </a:r>
            <a:endParaRPr b="0" lang="en-US" sz="6150" spc="-1" strike="noStrike">
              <a:solidFill>
                <a:schemeClr val="dk1"/>
              </a:solidFill>
              <a:latin typeface="Calibri"/>
            </a:endParaRPr>
          </a:p>
          <a:p>
            <a:pPr lvl="2" marL="293832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Third level</a:t>
            </a:r>
            <a:endParaRPr b="0" lang="en-US" sz="5180" spc="-1" strike="noStrike">
              <a:solidFill>
                <a:schemeClr val="dk1"/>
              </a:solidFill>
              <a:latin typeface="Calibri"/>
            </a:endParaRPr>
          </a:p>
          <a:p>
            <a:pPr lvl="3" marL="4113360" indent="-586800" defTabSz="2350080">
              <a:lnSpc>
                <a:spcPct val="100000"/>
              </a:lnSpc>
              <a:spcBef>
                <a:spcPts val="930"/>
              </a:spcBef>
              <a:buClr>
                <a:srgbClr val="ffffff"/>
              </a:buClr>
              <a:buFont typeface="Arial"/>
              <a:buChar char="–"/>
            </a:pPr>
            <a:r>
              <a:rPr b="0" lang="en-US" sz="4650" spc="-1" strike="noStrike">
                <a:solidFill>
                  <a:schemeClr val="dk1"/>
                </a:solidFill>
                <a:latin typeface="Calibri"/>
              </a:rPr>
              <a:t>Fourth level</a:t>
            </a:r>
            <a:endParaRPr b="0" lang="en-US" sz="4650" spc="-1" strike="noStrike">
              <a:solidFill>
                <a:schemeClr val="dk1"/>
              </a:solidFill>
              <a:latin typeface="Calibri"/>
            </a:endParaRPr>
          </a:p>
          <a:p>
            <a:pPr lvl="4" marL="5289480" indent="-586800" defTabSz="2350080">
              <a:lnSpc>
                <a:spcPct val="100000"/>
              </a:lnSpc>
              <a:spcBef>
                <a:spcPts val="930"/>
              </a:spcBef>
              <a:buClr>
                <a:srgbClr val="ffffff"/>
              </a:buClr>
              <a:buFont typeface="Arial"/>
              <a:buChar char="»"/>
            </a:pPr>
            <a:r>
              <a:rPr b="0" lang="en-US" sz="4650" spc="-1" strike="noStrike">
                <a:solidFill>
                  <a:schemeClr val="dk1"/>
                </a:solidFill>
                <a:latin typeface="Calibri"/>
              </a:rPr>
              <a:t>Fifth level</a:t>
            </a:r>
            <a:endParaRPr b="0" lang="en-US" sz="4650" spc="-1" strike="noStrike">
              <a:solidFill>
                <a:schemeClr val="dk1"/>
              </a:solidFill>
              <a:latin typeface="Calibri"/>
            </a:endParaRPr>
          </a:p>
        </p:txBody>
      </p:sp>
      <p:sp>
        <p:nvSpPr>
          <p:cNvPr id="31" name="PlaceHolder 3"/>
          <p:cNvSpPr>
            <a:spLocks noGrp="1"/>
          </p:cNvSpPr>
          <p:nvPr>
            <p:ph type="body"/>
          </p:nvPr>
        </p:nvSpPr>
        <p:spPr>
          <a:xfrm>
            <a:off x="39684960" y="21850920"/>
            <a:ext cx="35367840" cy="61792920"/>
          </a:xfrm>
          <a:prstGeom prst="rect">
            <a:avLst/>
          </a:prstGeom>
          <a:noFill/>
          <a:ln w="9360">
            <a:noFill/>
          </a:ln>
        </p:spPr>
        <p:txBody>
          <a:bodyPr numCol="1" spcCol="0" lIns="313560" rIns="313560" tIns="156600" bIns="156600" anchor="t">
            <a:noAutofit/>
          </a:bodyPr>
          <a:p>
            <a:pPr marL="880920" indent="-880920" defTabSz="2350080">
              <a:lnSpc>
                <a:spcPct val="100000"/>
              </a:lnSpc>
              <a:spcBef>
                <a:spcPts val="1440"/>
              </a:spcBef>
              <a:buClr>
                <a:srgbClr val="ffffff"/>
              </a:buClr>
              <a:buFont typeface="Arial"/>
              <a:buChar char="•"/>
            </a:pPr>
            <a:r>
              <a:rPr b="0" lang="en-US" sz="7200" spc="-1" strike="noStrike">
                <a:solidFill>
                  <a:schemeClr val="dk1"/>
                </a:solidFill>
                <a:latin typeface="Calibri"/>
              </a:rPr>
              <a:t>Click to edit Master text styles</a:t>
            </a:r>
            <a:endParaRPr b="0" lang="en-US" sz="7200" spc="-1" strike="noStrike">
              <a:solidFill>
                <a:schemeClr val="dk1"/>
              </a:solidFill>
              <a:latin typeface="Calibri"/>
            </a:endParaRPr>
          </a:p>
          <a:p>
            <a:pPr lvl="1" marL="1909800" indent="-734400" defTabSz="2350080">
              <a:lnSpc>
                <a:spcPct val="100000"/>
              </a:lnSpc>
              <a:spcBef>
                <a:spcPts val="1230"/>
              </a:spcBef>
              <a:buClr>
                <a:srgbClr val="ffffff"/>
              </a:buClr>
              <a:buFont typeface="Arial"/>
              <a:buChar char="–"/>
            </a:pPr>
            <a:r>
              <a:rPr b="0" lang="en-US" sz="6150" spc="-1" strike="noStrike">
                <a:solidFill>
                  <a:schemeClr val="dk1"/>
                </a:solidFill>
                <a:latin typeface="Calibri"/>
              </a:rPr>
              <a:t>Second level</a:t>
            </a:r>
            <a:endParaRPr b="0" lang="en-US" sz="6150" spc="-1" strike="noStrike">
              <a:solidFill>
                <a:schemeClr val="dk1"/>
              </a:solidFill>
              <a:latin typeface="Calibri"/>
            </a:endParaRPr>
          </a:p>
          <a:p>
            <a:pPr lvl="2" marL="293832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Third level</a:t>
            </a:r>
            <a:endParaRPr b="0" lang="en-US" sz="5180" spc="-1" strike="noStrike">
              <a:solidFill>
                <a:schemeClr val="dk1"/>
              </a:solidFill>
              <a:latin typeface="Calibri"/>
            </a:endParaRPr>
          </a:p>
          <a:p>
            <a:pPr lvl="3" marL="4113360" indent="-586800" defTabSz="2350080">
              <a:lnSpc>
                <a:spcPct val="100000"/>
              </a:lnSpc>
              <a:spcBef>
                <a:spcPts val="930"/>
              </a:spcBef>
              <a:buClr>
                <a:srgbClr val="ffffff"/>
              </a:buClr>
              <a:buFont typeface="Arial"/>
              <a:buChar char="–"/>
            </a:pPr>
            <a:r>
              <a:rPr b="0" lang="en-US" sz="4650" spc="-1" strike="noStrike">
                <a:solidFill>
                  <a:schemeClr val="dk1"/>
                </a:solidFill>
                <a:latin typeface="Calibri"/>
              </a:rPr>
              <a:t>Fourth level</a:t>
            </a:r>
            <a:endParaRPr b="0" lang="en-US" sz="4650" spc="-1" strike="noStrike">
              <a:solidFill>
                <a:schemeClr val="dk1"/>
              </a:solidFill>
              <a:latin typeface="Calibri"/>
            </a:endParaRPr>
          </a:p>
          <a:p>
            <a:pPr lvl="4" marL="5289480" indent="-586800" defTabSz="2350080">
              <a:lnSpc>
                <a:spcPct val="100000"/>
              </a:lnSpc>
              <a:spcBef>
                <a:spcPts val="930"/>
              </a:spcBef>
              <a:buClr>
                <a:srgbClr val="ffffff"/>
              </a:buClr>
              <a:buFont typeface="Arial"/>
              <a:buChar char="»"/>
            </a:pPr>
            <a:r>
              <a:rPr b="0" lang="en-US" sz="4650" spc="-1" strike="noStrike">
                <a:solidFill>
                  <a:schemeClr val="dk1"/>
                </a:solidFill>
                <a:latin typeface="Calibri"/>
              </a:rPr>
              <a:t>Fifth level</a:t>
            </a:r>
            <a:endParaRPr b="0" lang="en-US" sz="4650" spc="-1" strike="noStrike">
              <a:solidFill>
                <a:schemeClr val="dk1"/>
              </a:solidFill>
              <a:latin typeface="Calibri"/>
            </a:endParaRPr>
          </a:p>
        </p:txBody>
      </p:sp>
      <p:sp>
        <p:nvSpPr>
          <p:cNvPr id="32" name="PlaceHolder 4"/>
          <p:cNvSpPr>
            <a:spLocks noGrp="1"/>
          </p:cNvSpPr>
          <p:nvPr>
            <p:ph type="dt" idx="16"/>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33" name="PlaceHolder 5"/>
          <p:cNvSpPr>
            <a:spLocks noGrp="1"/>
          </p:cNvSpPr>
          <p:nvPr>
            <p:ph type="ftr" idx="17"/>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4" name="PlaceHolder 6"/>
          <p:cNvSpPr>
            <a:spLocks noGrp="1"/>
          </p:cNvSpPr>
          <p:nvPr>
            <p:ph type="sldNum" idx="18"/>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9C21EA9A-7DE1-4552-9CE7-69BFBBF23A45}"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1097280" y="1171800"/>
            <a:ext cx="19750680" cy="4876560"/>
          </a:xfrm>
          <a:prstGeom prst="rect">
            <a:avLst/>
          </a:prstGeom>
          <a:noFill/>
          <a:ln w="9360">
            <a:noFill/>
          </a:ln>
        </p:spPr>
        <p:txBody>
          <a:bodyPr numCol="1" spcCol="0" lIns="313560" rIns="313560" tIns="156600" bIns="156600" anchor="ctr">
            <a:noAutofit/>
          </a:bodyPr>
          <a:p>
            <a:pPr indent="0" algn="ctr" defTabSz="2350080">
              <a:lnSpc>
                <a:spcPct val="100000"/>
              </a:lnSpc>
              <a:buNone/>
            </a:pPr>
            <a:r>
              <a:rPr b="0" lang="en-US" sz="11320" spc="-1" strike="noStrike">
                <a:solidFill>
                  <a:schemeClr val="dk1"/>
                </a:solidFill>
                <a:latin typeface="Calibri"/>
              </a:rPr>
              <a:t>Click to edit Master title style</a:t>
            </a:r>
            <a:endParaRPr b="0" lang="en-US" sz="11320" spc="-1" strike="noStrike">
              <a:solidFill>
                <a:schemeClr val="dk1"/>
              </a:solidFill>
              <a:latin typeface="Arial"/>
            </a:endParaRPr>
          </a:p>
        </p:txBody>
      </p:sp>
      <p:sp>
        <p:nvSpPr>
          <p:cNvPr id="39" name="PlaceHolder 2"/>
          <p:cNvSpPr>
            <a:spLocks noGrp="1"/>
          </p:cNvSpPr>
          <p:nvPr>
            <p:ph type="body"/>
          </p:nvPr>
        </p:nvSpPr>
        <p:spPr>
          <a:xfrm>
            <a:off x="1097280" y="6549840"/>
            <a:ext cx="9696240" cy="2729160"/>
          </a:xfrm>
          <a:prstGeom prst="rect">
            <a:avLst/>
          </a:prstGeom>
          <a:noFill/>
          <a:ln w="9360">
            <a:noFill/>
          </a:ln>
        </p:spPr>
        <p:txBody>
          <a:bodyPr numCol="1" spcCol="0" lIns="313560" rIns="313560" tIns="156600" bIns="156600" anchor="b">
            <a:noAutofit/>
          </a:bodyPr>
          <a:p>
            <a:pPr indent="0" defTabSz="2350080">
              <a:lnSpc>
                <a:spcPct val="100000"/>
              </a:lnSpc>
              <a:spcBef>
                <a:spcPts val="1230"/>
              </a:spcBef>
              <a:buNone/>
              <a:tabLst>
                <a:tab algn="l" pos="0"/>
              </a:tabLst>
            </a:pPr>
            <a:r>
              <a:rPr b="1" lang="en-US" sz="6150" spc="-1" strike="noStrike">
                <a:solidFill>
                  <a:schemeClr val="dk1"/>
                </a:solidFill>
                <a:latin typeface="Calibri"/>
              </a:rPr>
              <a:t>Click to edit Master text styles</a:t>
            </a:r>
            <a:endParaRPr b="0" lang="en-US" sz="6150" spc="-1" strike="noStrike">
              <a:solidFill>
                <a:schemeClr val="dk1"/>
              </a:solidFill>
              <a:latin typeface="Calibri"/>
            </a:endParaRPr>
          </a:p>
        </p:txBody>
      </p:sp>
      <p:sp>
        <p:nvSpPr>
          <p:cNvPr id="40" name="PlaceHolder 3"/>
          <p:cNvSpPr>
            <a:spLocks noGrp="1"/>
          </p:cNvSpPr>
          <p:nvPr>
            <p:ph type="body"/>
          </p:nvPr>
        </p:nvSpPr>
        <p:spPr>
          <a:xfrm>
            <a:off x="1097280" y="9279360"/>
            <a:ext cx="9696240" cy="16858440"/>
          </a:xfrm>
          <a:prstGeom prst="rect">
            <a:avLst/>
          </a:prstGeom>
          <a:noFill/>
          <a:ln w="9360">
            <a:noFill/>
          </a:ln>
        </p:spPr>
        <p:txBody>
          <a:bodyPr numCol="1" spcCol="0" lIns="313560" rIns="313560" tIns="156600" bIns="156600" anchor="t">
            <a:noAutofit/>
          </a:bodyPr>
          <a:p>
            <a:pPr marL="880920" indent="-880920" defTabSz="2350080">
              <a:lnSpc>
                <a:spcPct val="100000"/>
              </a:lnSpc>
              <a:spcBef>
                <a:spcPts val="1230"/>
              </a:spcBef>
              <a:buClr>
                <a:srgbClr val="ffffff"/>
              </a:buClr>
              <a:buFont typeface="Arial"/>
              <a:buChar char="•"/>
            </a:pPr>
            <a:r>
              <a:rPr b="0" lang="en-US" sz="6150" spc="-1" strike="noStrike">
                <a:solidFill>
                  <a:schemeClr val="dk1"/>
                </a:solidFill>
                <a:latin typeface="Calibri"/>
              </a:rPr>
              <a:t>Click to edit Master text styles</a:t>
            </a:r>
            <a:endParaRPr b="0" lang="en-US" sz="6150" spc="-1" strike="noStrike">
              <a:solidFill>
                <a:schemeClr val="dk1"/>
              </a:solidFill>
              <a:latin typeface="Calibri"/>
            </a:endParaRPr>
          </a:p>
          <a:p>
            <a:pPr lvl="1" marL="1909800" indent="-734400" defTabSz="2350080">
              <a:lnSpc>
                <a:spcPct val="100000"/>
              </a:lnSpc>
              <a:spcBef>
                <a:spcPts val="1035"/>
              </a:spcBef>
              <a:buClr>
                <a:srgbClr val="ffffff"/>
              </a:buClr>
              <a:buFont typeface="Arial"/>
              <a:buChar char="–"/>
            </a:pPr>
            <a:r>
              <a:rPr b="0" lang="en-US" sz="5180" spc="-1" strike="noStrike">
                <a:solidFill>
                  <a:schemeClr val="dk1"/>
                </a:solidFill>
                <a:latin typeface="Calibri"/>
              </a:rPr>
              <a:t>Second level</a:t>
            </a:r>
            <a:endParaRPr b="0" lang="en-US" sz="5180" spc="-1" strike="noStrike">
              <a:solidFill>
                <a:schemeClr val="dk1"/>
              </a:solidFill>
              <a:latin typeface="Calibri"/>
            </a:endParaRPr>
          </a:p>
          <a:p>
            <a:pPr lvl="2" marL="2938320" indent="-586800" defTabSz="2350080">
              <a:lnSpc>
                <a:spcPct val="100000"/>
              </a:lnSpc>
              <a:spcBef>
                <a:spcPts val="930"/>
              </a:spcBef>
              <a:buClr>
                <a:srgbClr val="ffffff"/>
              </a:buClr>
              <a:buFont typeface="Arial"/>
              <a:buChar char="•"/>
            </a:pPr>
            <a:r>
              <a:rPr b="0" lang="en-US" sz="4650" spc="-1" strike="noStrike">
                <a:solidFill>
                  <a:schemeClr val="dk1"/>
                </a:solidFill>
                <a:latin typeface="Calibri"/>
              </a:rPr>
              <a:t>Third level</a:t>
            </a:r>
            <a:endParaRPr b="0" lang="en-US" sz="4650" spc="-1" strike="noStrike">
              <a:solidFill>
                <a:schemeClr val="dk1"/>
              </a:solidFill>
              <a:latin typeface="Calibri"/>
            </a:endParaRPr>
          </a:p>
          <a:p>
            <a:pPr lvl="3" marL="4113360" indent="-586800" defTabSz="2350080">
              <a:lnSpc>
                <a:spcPct val="100000"/>
              </a:lnSpc>
              <a:spcBef>
                <a:spcPts val="825"/>
              </a:spcBef>
              <a:buClr>
                <a:srgbClr val="ffffff"/>
              </a:buClr>
              <a:buFont typeface="Arial"/>
              <a:buChar char="–"/>
            </a:pPr>
            <a:r>
              <a:rPr b="0" lang="en-US" sz="4120" spc="-1" strike="noStrike">
                <a:solidFill>
                  <a:schemeClr val="dk1"/>
                </a:solidFill>
                <a:latin typeface="Calibri"/>
              </a:rPr>
              <a:t>Fourth level</a:t>
            </a:r>
            <a:endParaRPr b="0" lang="en-US" sz="4120" spc="-1" strike="noStrike">
              <a:solidFill>
                <a:schemeClr val="dk1"/>
              </a:solidFill>
              <a:latin typeface="Calibri"/>
            </a:endParaRPr>
          </a:p>
          <a:p>
            <a:pPr lvl="4" marL="5289480" indent="-586800" defTabSz="2350080">
              <a:lnSpc>
                <a:spcPct val="100000"/>
              </a:lnSpc>
              <a:spcBef>
                <a:spcPts val="825"/>
              </a:spcBef>
              <a:buClr>
                <a:srgbClr val="ffffff"/>
              </a:buClr>
              <a:buFont typeface="Arial"/>
              <a:buChar char="»"/>
            </a:pPr>
            <a:r>
              <a:rPr b="0" lang="en-US" sz="4120" spc="-1" strike="noStrike">
                <a:solidFill>
                  <a:schemeClr val="dk1"/>
                </a:solidFill>
                <a:latin typeface="Calibri"/>
              </a:rPr>
              <a:t>Fifth level</a:t>
            </a:r>
            <a:endParaRPr b="0" lang="en-US" sz="4120" spc="-1" strike="noStrike">
              <a:solidFill>
                <a:schemeClr val="dk1"/>
              </a:solidFill>
              <a:latin typeface="Calibri"/>
            </a:endParaRPr>
          </a:p>
        </p:txBody>
      </p:sp>
      <p:sp>
        <p:nvSpPr>
          <p:cNvPr id="41" name="PlaceHolder 4"/>
          <p:cNvSpPr>
            <a:spLocks noGrp="1"/>
          </p:cNvSpPr>
          <p:nvPr>
            <p:ph type="body"/>
          </p:nvPr>
        </p:nvSpPr>
        <p:spPr>
          <a:xfrm>
            <a:off x="11148120" y="6549840"/>
            <a:ext cx="9699840" cy="2729160"/>
          </a:xfrm>
          <a:prstGeom prst="rect">
            <a:avLst/>
          </a:prstGeom>
          <a:noFill/>
          <a:ln w="9360">
            <a:noFill/>
          </a:ln>
        </p:spPr>
        <p:txBody>
          <a:bodyPr numCol="1" spcCol="0" lIns="313560" rIns="313560" tIns="156600" bIns="156600" anchor="b">
            <a:noAutofit/>
          </a:bodyPr>
          <a:p>
            <a:pPr indent="0" defTabSz="2350080">
              <a:lnSpc>
                <a:spcPct val="100000"/>
              </a:lnSpc>
              <a:spcBef>
                <a:spcPts val="1230"/>
              </a:spcBef>
              <a:buNone/>
              <a:tabLst>
                <a:tab algn="l" pos="0"/>
              </a:tabLst>
            </a:pPr>
            <a:r>
              <a:rPr b="1" lang="en-US" sz="6150" spc="-1" strike="noStrike">
                <a:solidFill>
                  <a:schemeClr val="dk1"/>
                </a:solidFill>
                <a:latin typeface="Calibri"/>
              </a:rPr>
              <a:t>Click to edit Master text styles</a:t>
            </a:r>
            <a:endParaRPr b="0" lang="en-US" sz="6150" spc="-1" strike="noStrike">
              <a:solidFill>
                <a:schemeClr val="dk1"/>
              </a:solidFill>
              <a:latin typeface="Calibri"/>
            </a:endParaRPr>
          </a:p>
        </p:txBody>
      </p:sp>
      <p:sp>
        <p:nvSpPr>
          <p:cNvPr id="42" name="PlaceHolder 5"/>
          <p:cNvSpPr>
            <a:spLocks noGrp="1"/>
          </p:cNvSpPr>
          <p:nvPr>
            <p:ph type="body"/>
          </p:nvPr>
        </p:nvSpPr>
        <p:spPr>
          <a:xfrm>
            <a:off x="11148120" y="9279360"/>
            <a:ext cx="9699840" cy="16858440"/>
          </a:xfrm>
          <a:prstGeom prst="rect">
            <a:avLst/>
          </a:prstGeom>
          <a:noFill/>
          <a:ln w="9360">
            <a:noFill/>
          </a:ln>
        </p:spPr>
        <p:txBody>
          <a:bodyPr numCol="1" spcCol="0" lIns="313560" rIns="313560" tIns="156600" bIns="156600" anchor="t">
            <a:noAutofit/>
          </a:bodyPr>
          <a:p>
            <a:pPr marL="880920" indent="-880920" defTabSz="2350080">
              <a:lnSpc>
                <a:spcPct val="100000"/>
              </a:lnSpc>
              <a:spcBef>
                <a:spcPts val="1230"/>
              </a:spcBef>
              <a:buClr>
                <a:srgbClr val="ffffff"/>
              </a:buClr>
              <a:buFont typeface="Arial"/>
              <a:buChar char="•"/>
            </a:pPr>
            <a:r>
              <a:rPr b="0" lang="en-US" sz="6150" spc="-1" strike="noStrike">
                <a:solidFill>
                  <a:schemeClr val="dk1"/>
                </a:solidFill>
                <a:latin typeface="Calibri"/>
              </a:rPr>
              <a:t>Click to edit Master text styles</a:t>
            </a:r>
            <a:endParaRPr b="0" lang="en-US" sz="6150" spc="-1" strike="noStrike">
              <a:solidFill>
                <a:schemeClr val="dk1"/>
              </a:solidFill>
              <a:latin typeface="Calibri"/>
            </a:endParaRPr>
          </a:p>
          <a:p>
            <a:pPr lvl="1" marL="1909800" indent="-734400" defTabSz="2350080">
              <a:lnSpc>
                <a:spcPct val="100000"/>
              </a:lnSpc>
              <a:spcBef>
                <a:spcPts val="1035"/>
              </a:spcBef>
              <a:buClr>
                <a:srgbClr val="ffffff"/>
              </a:buClr>
              <a:buFont typeface="Arial"/>
              <a:buChar char="–"/>
            </a:pPr>
            <a:r>
              <a:rPr b="0" lang="en-US" sz="5180" spc="-1" strike="noStrike">
                <a:solidFill>
                  <a:schemeClr val="dk1"/>
                </a:solidFill>
                <a:latin typeface="Calibri"/>
              </a:rPr>
              <a:t>Second level</a:t>
            </a:r>
            <a:endParaRPr b="0" lang="en-US" sz="5180" spc="-1" strike="noStrike">
              <a:solidFill>
                <a:schemeClr val="dk1"/>
              </a:solidFill>
              <a:latin typeface="Calibri"/>
            </a:endParaRPr>
          </a:p>
          <a:p>
            <a:pPr lvl="2" marL="2938320" indent="-586800" defTabSz="2350080">
              <a:lnSpc>
                <a:spcPct val="100000"/>
              </a:lnSpc>
              <a:spcBef>
                <a:spcPts val="930"/>
              </a:spcBef>
              <a:buClr>
                <a:srgbClr val="ffffff"/>
              </a:buClr>
              <a:buFont typeface="Arial"/>
              <a:buChar char="•"/>
            </a:pPr>
            <a:r>
              <a:rPr b="0" lang="en-US" sz="4650" spc="-1" strike="noStrike">
                <a:solidFill>
                  <a:schemeClr val="dk1"/>
                </a:solidFill>
                <a:latin typeface="Calibri"/>
              </a:rPr>
              <a:t>Third level</a:t>
            </a:r>
            <a:endParaRPr b="0" lang="en-US" sz="4650" spc="-1" strike="noStrike">
              <a:solidFill>
                <a:schemeClr val="dk1"/>
              </a:solidFill>
              <a:latin typeface="Calibri"/>
            </a:endParaRPr>
          </a:p>
          <a:p>
            <a:pPr lvl="3" marL="4113360" indent="-586800" defTabSz="2350080">
              <a:lnSpc>
                <a:spcPct val="100000"/>
              </a:lnSpc>
              <a:spcBef>
                <a:spcPts val="825"/>
              </a:spcBef>
              <a:buClr>
                <a:srgbClr val="ffffff"/>
              </a:buClr>
              <a:buFont typeface="Arial"/>
              <a:buChar char="–"/>
            </a:pPr>
            <a:r>
              <a:rPr b="0" lang="en-US" sz="4120" spc="-1" strike="noStrike">
                <a:solidFill>
                  <a:schemeClr val="dk1"/>
                </a:solidFill>
                <a:latin typeface="Calibri"/>
              </a:rPr>
              <a:t>Fourth level</a:t>
            </a:r>
            <a:endParaRPr b="0" lang="en-US" sz="4120" spc="-1" strike="noStrike">
              <a:solidFill>
                <a:schemeClr val="dk1"/>
              </a:solidFill>
              <a:latin typeface="Calibri"/>
            </a:endParaRPr>
          </a:p>
          <a:p>
            <a:pPr lvl="4" marL="5289480" indent="-586800" defTabSz="2350080">
              <a:lnSpc>
                <a:spcPct val="100000"/>
              </a:lnSpc>
              <a:spcBef>
                <a:spcPts val="825"/>
              </a:spcBef>
              <a:buClr>
                <a:srgbClr val="ffffff"/>
              </a:buClr>
              <a:buFont typeface="Arial"/>
              <a:buChar char="»"/>
            </a:pPr>
            <a:r>
              <a:rPr b="0" lang="en-US" sz="4120" spc="-1" strike="noStrike">
                <a:solidFill>
                  <a:schemeClr val="dk1"/>
                </a:solidFill>
                <a:latin typeface="Calibri"/>
              </a:rPr>
              <a:t>Fifth level</a:t>
            </a:r>
            <a:endParaRPr b="0" lang="en-US" sz="4120" spc="-1" strike="noStrike">
              <a:solidFill>
                <a:schemeClr val="dk1"/>
              </a:solidFill>
              <a:latin typeface="Calibri"/>
            </a:endParaRPr>
          </a:p>
        </p:txBody>
      </p:sp>
      <p:sp>
        <p:nvSpPr>
          <p:cNvPr id="43" name="PlaceHolder 6"/>
          <p:cNvSpPr>
            <a:spLocks noGrp="1"/>
          </p:cNvSpPr>
          <p:nvPr>
            <p:ph type="dt" idx="19"/>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44" name="PlaceHolder 7"/>
          <p:cNvSpPr>
            <a:spLocks noGrp="1"/>
          </p:cNvSpPr>
          <p:nvPr>
            <p:ph type="ftr" idx="20"/>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45" name="PlaceHolder 8"/>
          <p:cNvSpPr>
            <a:spLocks noGrp="1"/>
          </p:cNvSpPr>
          <p:nvPr>
            <p:ph type="sldNum" idx="21"/>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1CC4CA4A-A922-424E-B94D-7853E5484963}"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1097640" y="1172520"/>
            <a:ext cx="19750320" cy="4876560"/>
          </a:xfrm>
          <a:prstGeom prst="rect">
            <a:avLst/>
          </a:prstGeom>
          <a:noFill/>
          <a:ln w="9360">
            <a:noFill/>
          </a:ln>
        </p:spPr>
        <p:txBody>
          <a:bodyPr numCol="1" spcCol="0" lIns="313560" rIns="313560" tIns="156600" bIns="156600" anchor="ctr">
            <a:noAutofit/>
          </a:bodyPr>
          <a:p>
            <a:pPr indent="0" algn="ctr" defTabSz="2350080">
              <a:lnSpc>
                <a:spcPct val="100000"/>
              </a:lnSpc>
              <a:buNone/>
            </a:pPr>
            <a:r>
              <a:rPr b="0" lang="en-US" sz="11320" spc="-1" strike="noStrike">
                <a:solidFill>
                  <a:schemeClr val="dk1"/>
                </a:solidFill>
                <a:latin typeface="Calibri"/>
              </a:rPr>
              <a:t>Click to edit Master title style</a:t>
            </a:r>
            <a:endParaRPr b="0" lang="en-US" sz="11320" spc="-1" strike="noStrike">
              <a:solidFill>
                <a:schemeClr val="dk1"/>
              </a:solidFill>
              <a:latin typeface="Arial"/>
            </a:endParaRPr>
          </a:p>
        </p:txBody>
      </p:sp>
      <p:sp>
        <p:nvSpPr>
          <p:cNvPr id="47" name="PlaceHolder 2"/>
          <p:cNvSpPr>
            <a:spLocks noGrp="1"/>
          </p:cNvSpPr>
          <p:nvPr>
            <p:ph type="dt" idx="22"/>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48" name="PlaceHolder 3"/>
          <p:cNvSpPr>
            <a:spLocks noGrp="1"/>
          </p:cNvSpPr>
          <p:nvPr>
            <p:ph type="ftr" idx="23"/>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49" name="PlaceHolder 4"/>
          <p:cNvSpPr>
            <a:spLocks noGrp="1"/>
          </p:cNvSpPr>
          <p:nvPr>
            <p:ph type="sldNum" idx="24"/>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7C762266-4466-4FC5-B258-350EBDD07666}"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52" name="PlaceHolder 2"/>
          <p:cNvSpPr>
            <a:spLocks noGrp="1"/>
          </p:cNvSpPr>
          <p:nvPr>
            <p:ph type="ftr" idx="26"/>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3" name="PlaceHolder 3"/>
          <p:cNvSpPr>
            <a:spLocks noGrp="1"/>
          </p:cNvSpPr>
          <p:nvPr>
            <p:ph type="sldNum" idx="27"/>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28C78A87-B55E-4860-8F9D-391BBB39BF32}"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097280" y="1164960"/>
            <a:ext cx="7219440" cy="4957560"/>
          </a:xfrm>
          <a:prstGeom prst="rect">
            <a:avLst/>
          </a:prstGeom>
          <a:noFill/>
          <a:ln w="9360">
            <a:noFill/>
          </a:ln>
        </p:spPr>
        <p:txBody>
          <a:bodyPr numCol="1" spcCol="0" lIns="313560" rIns="313560" tIns="156600" bIns="156600" anchor="b">
            <a:noAutofit/>
          </a:bodyPr>
          <a:p>
            <a:pPr indent="0" defTabSz="2350080">
              <a:lnSpc>
                <a:spcPct val="100000"/>
              </a:lnSpc>
              <a:buNone/>
            </a:pPr>
            <a:r>
              <a:rPr b="1" lang="en-US" sz="5180" spc="-1" strike="noStrike">
                <a:solidFill>
                  <a:schemeClr val="dk1"/>
                </a:solidFill>
                <a:latin typeface="Calibri"/>
              </a:rPr>
              <a:t>Click to edit Master title style</a:t>
            </a:r>
            <a:endParaRPr b="0" lang="en-US" sz="5180" spc="-1" strike="noStrike">
              <a:solidFill>
                <a:schemeClr val="dk1"/>
              </a:solidFill>
              <a:latin typeface="Arial"/>
            </a:endParaRPr>
          </a:p>
        </p:txBody>
      </p:sp>
      <p:sp>
        <p:nvSpPr>
          <p:cNvPr id="55" name="PlaceHolder 2"/>
          <p:cNvSpPr>
            <a:spLocks noGrp="1"/>
          </p:cNvSpPr>
          <p:nvPr>
            <p:ph type="body"/>
          </p:nvPr>
        </p:nvSpPr>
        <p:spPr>
          <a:xfrm>
            <a:off x="8580240" y="1164960"/>
            <a:ext cx="12267720" cy="24972840"/>
          </a:xfrm>
          <a:prstGeom prst="rect">
            <a:avLst/>
          </a:prstGeom>
          <a:noFill/>
          <a:ln w="9360">
            <a:noFill/>
          </a:ln>
        </p:spPr>
        <p:txBody>
          <a:bodyPr numCol="1" spcCol="0" lIns="313560" rIns="313560" tIns="156600" bIns="156600" anchor="t">
            <a:noAutofit/>
          </a:bodyPr>
          <a:p>
            <a:pPr marL="880920" indent="-880920" defTabSz="2350080">
              <a:lnSpc>
                <a:spcPct val="100000"/>
              </a:lnSpc>
              <a:spcBef>
                <a:spcPts val="1650"/>
              </a:spcBef>
              <a:buClr>
                <a:srgbClr val="ffffff"/>
              </a:buClr>
              <a:buFont typeface="Arial"/>
              <a:buChar char="•"/>
            </a:pPr>
            <a:r>
              <a:rPr b="0" lang="en-US" sz="8250" spc="-1" strike="noStrike">
                <a:solidFill>
                  <a:schemeClr val="dk1"/>
                </a:solidFill>
                <a:latin typeface="Calibri"/>
              </a:rPr>
              <a:t>Click to edit Master text styles</a:t>
            </a:r>
            <a:endParaRPr b="0" lang="en-US" sz="8250" spc="-1" strike="noStrike">
              <a:solidFill>
                <a:schemeClr val="dk1"/>
              </a:solidFill>
              <a:latin typeface="Calibri"/>
            </a:endParaRPr>
          </a:p>
          <a:p>
            <a:pPr lvl="1" marL="1909800" indent="-734400" defTabSz="2350080">
              <a:lnSpc>
                <a:spcPct val="100000"/>
              </a:lnSpc>
              <a:spcBef>
                <a:spcPts val="1440"/>
              </a:spcBef>
              <a:buClr>
                <a:srgbClr val="ffffff"/>
              </a:buClr>
              <a:buFont typeface="Arial"/>
              <a:buChar char="–"/>
            </a:pPr>
            <a:r>
              <a:rPr b="0" lang="en-US" sz="7200" spc="-1" strike="noStrike">
                <a:solidFill>
                  <a:schemeClr val="dk1"/>
                </a:solidFill>
                <a:latin typeface="Calibri"/>
              </a:rPr>
              <a:t>Second level</a:t>
            </a:r>
            <a:endParaRPr b="0" lang="en-US" sz="7200" spc="-1" strike="noStrike">
              <a:solidFill>
                <a:schemeClr val="dk1"/>
              </a:solidFill>
              <a:latin typeface="Calibri"/>
            </a:endParaRPr>
          </a:p>
          <a:p>
            <a:pPr lvl="2" marL="2938320" indent="-586800" defTabSz="2350080">
              <a:lnSpc>
                <a:spcPct val="100000"/>
              </a:lnSpc>
              <a:spcBef>
                <a:spcPts val="1230"/>
              </a:spcBef>
              <a:buClr>
                <a:srgbClr val="ffffff"/>
              </a:buClr>
              <a:buFont typeface="Arial"/>
              <a:buChar char="•"/>
            </a:pPr>
            <a:r>
              <a:rPr b="0" lang="en-US" sz="6150" spc="-1" strike="noStrike">
                <a:solidFill>
                  <a:schemeClr val="dk1"/>
                </a:solidFill>
                <a:latin typeface="Calibri"/>
              </a:rPr>
              <a:t>Third level</a:t>
            </a:r>
            <a:endParaRPr b="0" lang="en-US" sz="6150" spc="-1" strike="noStrike">
              <a:solidFill>
                <a:schemeClr val="dk1"/>
              </a:solidFill>
              <a:latin typeface="Calibri"/>
            </a:endParaRPr>
          </a:p>
          <a:p>
            <a:pPr lvl="3" marL="411336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Fourth level</a:t>
            </a:r>
            <a:endParaRPr b="0" lang="en-US" sz="5180" spc="-1" strike="noStrike">
              <a:solidFill>
                <a:schemeClr val="dk1"/>
              </a:solidFill>
              <a:latin typeface="Calibri"/>
            </a:endParaRPr>
          </a:p>
          <a:p>
            <a:pPr lvl="4" marL="5289480" indent="-586800" defTabSz="2350080">
              <a:lnSpc>
                <a:spcPct val="100000"/>
              </a:lnSpc>
              <a:spcBef>
                <a:spcPts val="1035"/>
              </a:spcBef>
              <a:buClr>
                <a:srgbClr val="ffffff"/>
              </a:buClr>
              <a:buFont typeface="Arial"/>
              <a:buChar char="»"/>
            </a:pPr>
            <a:r>
              <a:rPr b="0" lang="en-US" sz="5180" spc="-1" strike="noStrike">
                <a:solidFill>
                  <a:schemeClr val="dk1"/>
                </a:solidFill>
                <a:latin typeface="Calibri"/>
              </a:rPr>
              <a:t>Fifth level</a:t>
            </a:r>
            <a:endParaRPr b="0" lang="en-US" sz="5180" spc="-1" strike="noStrike">
              <a:solidFill>
                <a:schemeClr val="dk1"/>
              </a:solidFill>
              <a:latin typeface="Calibri"/>
            </a:endParaRPr>
          </a:p>
        </p:txBody>
      </p:sp>
      <p:sp>
        <p:nvSpPr>
          <p:cNvPr id="56" name="PlaceHolder 3"/>
          <p:cNvSpPr>
            <a:spLocks noGrp="1"/>
          </p:cNvSpPr>
          <p:nvPr>
            <p:ph type="body"/>
          </p:nvPr>
        </p:nvSpPr>
        <p:spPr>
          <a:xfrm>
            <a:off x="1097280" y="6123240"/>
            <a:ext cx="7219440" cy="20014920"/>
          </a:xfrm>
          <a:prstGeom prst="rect">
            <a:avLst/>
          </a:prstGeom>
          <a:noFill/>
          <a:ln w="9360">
            <a:noFill/>
          </a:ln>
        </p:spPr>
        <p:txBody>
          <a:bodyPr numCol="1" spcCol="0" lIns="313560" rIns="313560" tIns="156600" bIns="156600" anchor="t">
            <a:noAutofit/>
          </a:bodyPr>
          <a:p>
            <a:pPr indent="0" defTabSz="2350080">
              <a:lnSpc>
                <a:spcPct val="100000"/>
              </a:lnSpc>
              <a:spcBef>
                <a:spcPts val="720"/>
              </a:spcBef>
              <a:buNone/>
              <a:tabLst>
                <a:tab algn="l" pos="0"/>
              </a:tabLst>
            </a:pPr>
            <a:r>
              <a:rPr b="0" lang="en-US" sz="3600" spc="-1" strike="noStrike">
                <a:solidFill>
                  <a:schemeClr val="dk1"/>
                </a:solidFill>
                <a:latin typeface="Calibri"/>
              </a:rPr>
              <a:t>Click to edit Master text styles</a:t>
            </a:r>
            <a:endParaRPr b="0" lang="en-US" sz="3600" spc="-1" strike="noStrike">
              <a:solidFill>
                <a:schemeClr val="dk1"/>
              </a:solidFill>
              <a:latin typeface="Calibri"/>
            </a:endParaRPr>
          </a:p>
        </p:txBody>
      </p:sp>
      <p:sp>
        <p:nvSpPr>
          <p:cNvPr id="57" name="PlaceHolder 4"/>
          <p:cNvSpPr>
            <a:spLocks noGrp="1"/>
          </p:cNvSpPr>
          <p:nvPr>
            <p:ph type="dt" idx="28"/>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58" name="PlaceHolder 5"/>
          <p:cNvSpPr>
            <a:spLocks noGrp="1"/>
          </p:cNvSpPr>
          <p:nvPr>
            <p:ph type="ftr" idx="29"/>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9" name="PlaceHolder 6"/>
          <p:cNvSpPr>
            <a:spLocks noGrp="1"/>
          </p:cNvSpPr>
          <p:nvPr>
            <p:ph type="sldNum" idx="30"/>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FC261C28-DDED-4D00-8142-51EC6EE98209}"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e7cc4"/>
            </a:gs>
            <a:gs pos="100000">
              <a:srgbClr val="00295c"/>
            </a:gs>
          </a:gsLst>
          <a:path path="circle">
            <a:fillToRect l="50000" t="50000" r="50000" b="50000"/>
          </a:path>
        </a:gra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4301640" y="20482560"/>
            <a:ext cx="13167000" cy="2417760"/>
          </a:xfrm>
          <a:prstGeom prst="rect">
            <a:avLst/>
          </a:prstGeom>
          <a:noFill/>
          <a:ln w="9360">
            <a:noFill/>
          </a:ln>
        </p:spPr>
        <p:txBody>
          <a:bodyPr numCol="1" spcCol="0" lIns="313560" rIns="313560" tIns="156600" bIns="156600" anchor="b">
            <a:noAutofit/>
          </a:bodyPr>
          <a:p>
            <a:pPr indent="0" defTabSz="2350080">
              <a:lnSpc>
                <a:spcPct val="100000"/>
              </a:lnSpc>
              <a:buNone/>
            </a:pPr>
            <a:r>
              <a:rPr b="1" lang="en-US" sz="5180" spc="-1" strike="noStrike">
                <a:solidFill>
                  <a:schemeClr val="dk1"/>
                </a:solidFill>
                <a:latin typeface="Calibri"/>
              </a:rPr>
              <a:t>C</a:t>
            </a:r>
            <a:r>
              <a:rPr b="1" lang="en-US" sz="5180" spc="-1" strike="noStrike">
                <a:solidFill>
                  <a:schemeClr val="dk1"/>
                </a:solidFill>
                <a:latin typeface="Calibri"/>
              </a:rPr>
              <a:t>l</a:t>
            </a:r>
            <a:r>
              <a:rPr b="1" lang="en-US" sz="5180" spc="-1" strike="noStrike">
                <a:solidFill>
                  <a:schemeClr val="dk1"/>
                </a:solidFill>
                <a:latin typeface="Calibri"/>
              </a:rPr>
              <a:t>i</a:t>
            </a:r>
            <a:r>
              <a:rPr b="1" lang="en-US" sz="5180" spc="-1" strike="noStrike">
                <a:solidFill>
                  <a:schemeClr val="dk1"/>
                </a:solidFill>
                <a:latin typeface="Calibri"/>
              </a:rPr>
              <a:t>c</a:t>
            </a:r>
            <a:r>
              <a:rPr b="1" lang="en-US" sz="5180" spc="-1" strike="noStrike">
                <a:solidFill>
                  <a:schemeClr val="dk1"/>
                </a:solidFill>
                <a:latin typeface="Calibri"/>
              </a:rPr>
              <a:t>k</a:t>
            </a:r>
            <a:r>
              <a:rPr b="1" lang="en-US" sz="5180" spc="-1" strike="noStrike">
                <a:solidFill>
                  <a:schemeClr val="dk1"/>
                </a:solidFill>
                <a:latin typeface="Calibri"/>
              </a:rPr>
              <a:t> </a:t>
            </a:r>
            <a:r>
              <a:rPr b="1" lang="en-US" sz="5180" spc="-1" strike="noStrike">
                <a:solidFill>
                  <a:schemeClr val="dk1"/>
                </a:solidFill>
                <a:latin typeface="Calibri"/>
              </a:rPr>
              <a:t>t</a:t>
            </a:r>
            <a:r>
              <a:rPr b="1" lang="en-US" sz="5180" spc="-1" strike="noStrike">
                <a:solidFill>
                  <a:schemeClr val="dk1"/>
                </a:solidFill>
                <a:latin typeface="Calibri"/>
              </a:rPr>
              <a:t>o</a:t>
            </a:r>
            <a:r>
              <a:rPr b="1" lang="en-US" sz="5180" spc="-1" strike="noStrike">
                <a:solidFill>
                  <a:schemeClr val="dk1"/>
                </a:solidFill>
                <a:latin typeface="Calibri"/>
              </a:rPr>
              <a:t> </a:t>
            </a:r>
            <a:r>
              <a:rPr b="1" lang="en-US" sz="5180" spc="-1" strike="noStrike">
                <a:solidFill>
                  <a:schemeClr val="dk1"/>
                </a:solidFill>
                <a:latin typeface="Calibri"/>
              </a:rPr>
              <a:t>e</a:t>
            </a:r>
            <a:r>
              <a:rPr b="1" lang="en-US" sz="5180" spc="-1" strike="noStrike">
                <a:solidFill>
                  <a:schemeClr val="dk1"/>
                </a:solidFill>
                <a:latin typeface="Calibri"/>
              </a:rPr>
              <a:t>d</a:t>
            </a:r>
            <a:r>
              <a:rPr b="1" lang="en-US" sz="5180" spc="-1" strike="noStrike">
                <a:solidFill>
                  <a:schemeClr val="dk1"/>
                </a:solidFill>
                <a:latin typeface="Calibri"/>
              </a:rPr>
              <a:t>i</a:t>
            </a:r>
            <a:r>
              <a:rPr b="1" lang="en-US" sz="5180" spc="-1" strike="noStrike">
                <a:solidFill>
                  <a:schemeClr val="dk1"/>
                </a:solidFill>
                <a:latin typeface="Calibri"/>
              </a:rPr>
              <a:t>t</a:t>
            </a:r>
            <a:r>
              <a:rPr b="1" lang="en-US" sz="5180" spc="-1" strike="noStrike">
                <a:solidFill>
                  <a:schemeClr val="dk1"/>
                </a:solidFill>
                <a:latin typeface="Calibri"/>
              </a:rPr>
              <a:t> </a:t>
            </a:r>
            <a:r>
              <a:rPr b="1" lang="en-US" sz="5180" spc="-1" strike="noStrike">
                <a:solidFill>
                  <a:schemeClr val="dk1"/>
                </a:solidFill>
                <a:latin typeface="Calibri"/>
              </a:rPr>
              <a:t>M</a:t>
            </a:r>
            <a:r>
              <a:rPr b="1" lang="en-US" sz="5180" spc="-1" strike="noStrike">
                <a:solidFill>
                  <a:schemeClr val="dk1"/>
                </a:solidFill>
                <a:latin typeface="Calibri"/>
              </a:rPr>
              <a:t>a</a:t>
            </a:r>
            <a:r>
              <a:rPr b="1" lang="en-US" sz="5180" spc="-1" strike="noStrike">
                <a:solidFill>
                  <a:schemeClr val="dk1"/>
                </a:solidFill>
                <a:latin typeface="Calibri"/>
              </a:rPr>
              <a:t>s</a:t>
            </a:r>
            <a:r>
              <a:rPr b="1" lang="en-US" sz="5180" spc="-1" strike="noStrike">
                <a:solidFill>
                  <a:schemeClr val="dk1"/>
                </a:solidFill>
                <a:latin typeface="Calibri"/>
              </a:rPr>
              <a:t>t</a:t>
            </a:r>
            <a:r>
              <a:rPr b="1" lang="en-US" sz="5180" spc="-1" strike="noStrike">
                <a:solidFill>
                  <a:schemeClr val="dk1"/>
                </a:solidFill>
                <a:latin typeface="Calibri"/>
              </a:rPr>
              <a:t>e</a:t>
            </a:r>
            <a:r>
              <a:rPr b="1" lang="en-US" sz="5180" spc="-1" strike="noStrike">
                <a:solidFill>
                  <a:schemeClr val="dk1"/>
                </a:solidFill>
                <a:latin typeface="Calibri"/>
              </a:rPr>
              <a:t>r</a:t>
            </a:r>
            <a:r>
              <a:rPr b="1" lang="en-US" sz="5180" spc="-1" strike="noStrike">
                <a:solidFill>
                  <a:schemeClr val="dk1"/>
                </a:solidFill>
                <a:latin typeface="Calibri"/>
              </a:rPr>
              <a:t> </a:t>
            </a:r>
            <a:r>
              <a:rPr b="1" lang="en-US" sz="5180" spc="-1" strike="noStrike">
                <a:solidFill>
                  <a:schemeClr val="dk1"/>
                </a:solidFill>
                <a:latin typeface="Calibri"/>
              </a:rPr>
              <a:t>t</a:t>
            </a:r>
            <a:r>
              <a:rPr b="1" lang="en-US" sz="5180" spc="-1" strike="noStrike">
                <a:solidFill>
                  <a:schemeClr val="dk1"/>
                </a:solidFill>
                <a:latin typeface="Calibri"/>
              </a:rPr>
              <a:t>i</a:t>
            </a:r>
            <a:r>
              <a:rPr b="1" lang="en-US" sz="5180" spc="-1" strike="noStrike">
                <a:solidFill>
                  <a:schemeClr val="dk1"/>
                </a:solidFill>
                <a:latin typeface="Calibri"/>
              </a:rPr>
              <a:t>t</a:t>
            </a:r>
            <a:r>
              <a:rPr b="1" lang="en-US" sz="5180" spc="-1" strike="noStrike">
                <a:solidFill>
                  <a:schemeClr val="dk1"/>
                </a:solidFill>
                <a:latin typeface="Calibri"/>
              </a:rPr>
              <a:t>l</a:t>
            </a:r>
            <a:r>
              <a:rPr b="1" lang="en-US" sz="5180" spc="-1" strike="noStrike">
                <a:solidFill>
                  <a:schemeClr val="dk1"/>
                </a:solidFill>
                <a:latin typeface="Calibri"/>
              </a:rPr>
              <a:t>e</a:t>
            </a:r>
            <a:r>
              <a:rPr b="1" lang="en-US" sz="5180" spc="-1" strike="noStrike">
                <a:solidFill>
                  <a:schemeClr val="dk1"/>
                </a:solidFill>
                <a:latin typeface="Calibri"/>
              </a:rPr>
              <a:t> </a:t>
            </a:r>
            <a:r>
              <a:rPr b="1" lang="en-US" sz="5180" spc="-1" strike="noStrike">
                <a:solidFill>
                  <a:schemeClr val="dk1"/>
                </a:solidFill>
                <a:latin typeface="Calibri"/>
              </a:rPr>
              <a:t>s</a:t>
            </a:r>
            <a:r>
              <a:rPr b="1" lang="en-US" sz="5180" spc="-1" strike="noStrike">
                <a:solidFill>
                  <a:schemeClr val="dk1"/>
                </a:solidFill>
                <a:latin typeface="Calibri"/>
              </a:rPr>
              <a:t>t</a:t>
            </a:r>
            <a:r>
              <a:rPr b="1" lang="en-US" sz="5180" spc="-1" strike="noStrike">
                <a:solidFill>
                  <a:schemeClr val="dk1"/>
                </a:solidFill>
                <a:latin typeface="Calibri"/>
              </a:rPr>
              <a:t>y</a:t>
            </a:r>
            <a:r>
              <a:rPr b="1" lang="en-US" sz="5180" spc="-1" strike="noStrike">
                <a:solidFill>
                  <a:schemeClr val="dk1"/>
                </a:solidFill>
                <a:latin typeface="Calibri"/>
              </a:rPr>
              <a:t>l</a:t>
            </a:r>
            <a:r>
              <a:rPr b="1" lang="en-US" sz="5180" spc="-1" strike="noStrike">
                <a:solidFill>
                  <a:schemeClr val="dk1"/>
                </a:solidFill>
                <a:latin typeface="Calibri"/>
              </a:rPr>
              <a:t>e</a:t>
            </a:r>
            <a:endParaRPr b="0" lang="en-US" sz="5180" spc="-1" strike="noStrike">
              <a:solidFill>
                <a:schemeClr val="dk1"/>
              </a:solidFill>
              <a:latin typeface="Arial"/>
            </a:endParaRPr>
          </a:p>
        </p:txBody>
      </p:sp>
      <p:sp>
        <p:nvSpPr>
          <p:cNvPr id="61" name="PlaceHolder 2"/>
          <p:cNvSpPr>
            <a:spLocks noGrp="1"/>
          </p:cNvSpPr>
          <p:nvPr>
            <p:ph type="body"/>
          </p:nvPr>
        </p:nvSpPr>
        <p:spPr>
          <a:xfrm>
            <a:off x="4301640" y="2614680"/>
            <a:ext cx="13167000" cy="175561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en-US" sz="8250" spc="-1" strike="noStrike">
                <a:solidFill>
                  <a:schemeClr val="dk1"/>
                </a:solidFill>
                <a:latin typeface="Calibri"/>
              </a:rPr>
              <a:t>Click to edit the outline text format</a:t>
            </a:r>
            <a:endParaRPr b="0" lang="en-US" sz="825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8250" spc="-1" strike="noStrike">
                <a:solidFill>
                  <a:schemeClr val="dk1"/>
                </a:solidFill>
                <a:latin typeface="Calibri"/>
              </a:rPr>
              <a:t>Second Outline Level</a:t>
            </a:r>
            <a:endParaRPr b="0" lang="en-US" sz="825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8250" spc="-1" strike="noStrike">
                <a:solidFill>
                  <a:schemeClr val="dk1"/>
                </a:solidFill>
                <a:latin typeface="Calibri"/>
              </a:rPr>
              <a:t>Third Outline Level</a:t>
            </a:r>
            <a:endParaRPr b="0" lang="en-US" sz="825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8250" spc="-1" strike="noStrike">
                <a:solidFill>
                  <a:schemeClr val="dk1"/>
                </a:solidFill>
                <a:latin typeface="Calibri"/>
              </a:rPr>
              <a:t>Fourth Outline Level</a:t>
            </a:r>
            <a:endParaRPr b="0" lang="en-US" sz="825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8250" spc="-1" strike="noStrike">
                <a:solidFill>
                  <a:schemeClr val="dk1"/>
                </a:solidFill>
                <a:latin typeface="Calibri"/>
              </a:rPr>
              <a:t>Fifth Outline Level</a:t>
            </a:r>
            <a:endParaRPr b="0" lang="en-US" sz="825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8250" spc="-1" strike="noStrike">
                <a:solidFill>
                  <a:schemeClr val="dk1"/>
                </a:solidFill>
                <a:latin typeface="Calibri"/>
              </a:rPr>
              <a:t>Sixth Outline Level</a:t>
            </a:r>
            <a:endParaRPr b="0" lang="en-US" sz="825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8250" spc="-1" strike="noStrike">
                <a:solidFill>
                  <a:schemeClr val="dk1"/>
                </a:solidFill>
                <a:latin typeface="Calibri"/>
              </a:rPr>
              <a:t>Seventh Outline Level</a:t>
            </a:r>
            <a:endParaRPr b="0" lang="en-US" sz="8250" spc="-1" strike="noStrike">
              <a:solidFill>
                <a:schemeClr val="dk1"/>
              </a:solidFill>
              <a:latin typeface="Calibri"/>
            </a:endParaRPr>
          </a:p>
        </p:txBody>
      </p:sp>
      <p:sp>
        <p:nvSpPr>
          <p:cNvPr id="62" name="PlaceHolder 3"/>
          <p:cNvSpPr>
            <a:spLocks noGrp="1"/>
          </p:cNvSpPr>
          <p:nvPr>
            <p:ph type="body"/>
          </p:nvPr>
        </p:nvSpPr>
        <p:spPr>
          <a:xfrm>
            <a:off x="4301640" y="22900680"/>
            <a:ext cx="13167000" cy="3433680"/>
          </a:xfrm>
          <a:prstGeom prst="rect">
            <a:avLst/>
          </a:prstGeom>
          <a:noFill/>
          <a:ln w="9360">
            <a:noFill/>
          </a:ln>
        </p:spPr>
        <p:txBody>
          <a:bodyPr numCol="1" spcCol="0" lIns="313560" rIns="313560" tIns="156600" bIns="156600" anchor="t">
            <a:noAutofit/>
          </a:bodyPr>
          <a:p>
            <a:pPr indent="0" defTabSz="2350080">
              <a:lnSpc>
                <a:spcPct val="100000"/>
              </a:lnSpc>
              <a:spcBef>
                <a:spcPts val="720"/>
              </a:spcBef>
              <a:buNone/>
              <a:tabLst>
                <a:tab algn="l" pos="0"/>
              </a:tabLst>
            </a:pPr>
            <a:r>
              <a:rPr b="0" lang="en-US" sz="3600" spc="-1" strike="noStrike">
                <a:solidFill>
                  <a:schemeClr val="dk1"/>
                </a:solidFill>
                <a:latin typeface="Calibri"/>
              </a:rPr>
              <a:t>Click to edit Master text styles</a:t>
            </a:r>
            <a:endParaRPr b="0" lang="en-US" sz="3600" spc="-1" strike="noStrike">
              <a:solidFill>
                <a:schemeClr val="dk1"/>
              </a:solidFill>
              <a:latin typeface="Calibri"/>
            </a:endParaRPr>
          </a:p>
        </p:txBody>
      </p:sp>
      <p:sp>
        <p:nvSpPr>
          <p:cNvPr id="63" name="PlaceHolder 4"/>
          <p:cNvSpPr>
            <a:spLocks noGrp="1"/>
          </p:cNvSpPr>
          <p:nvPr>
            <p:ph type="dt" idx="31"/>
          </p:nvPr>
        </p:nvSpPr>
        <p:spPr>
          <a:xfrm>
            <a:off x="1097640" y="27120960"/>
            <a:ext cx="5119920" cy="1557360"/>
          </a:xfrm>
          <a:prstGeom prst="rect">
            <a:avLst/>
          </a:prstGeom>
          <a:noFill/>
          <a:ln w="0">
            <a:noFill/>
          </a:ln>
        </p:spPr>
        <p:txBody>
          <a:bodyPr lIns="313560" rIns="313560" tIns="156600" bIns="156600" anchor="ctr">
            <a:noAutofit/>
          </a:bodyPr>
          <a:lstStyle>
            <a:lvl1pPr indent="0" defTabSz="2351160">
              <a:lnSpc>
                <a:spcPct val="100000"/>
              </a:lnSpc>
              <a:buNone/>
              <a:defRPr b="0" lang="en-US" sz="3080" spc="-1" strike="noStrike">
                <a:solidFill>
                  <a:schemeClr val="dk1">
                    <a:tint val="75000"/>
                  </a:schemeClr>
                </a:solidFill>
                <a:latin typeface="Calibri"/>
              </a:defRPr>
            </a:lvl1pPr>
          </a:lstStyle>
          <a:p>
            <a:pPr indent="0" defTabSz="2351160">
              <a:lnSpc>
                <a:spcPct val="100000"/>
              </a:lnSpc>
              <a:buNone/>
            </a:pPr>
            <a:r>
              <a:rPr b="0" lang="en-US" sz="3080" spc="-1" strike="noStrike">
                <a:solidFill>
                  <a:schemeClr val="dk1">
                    <a:tint val="75000"/>
                  </a:schemeClr>
                </a:solidFill>
                <a:latin typeface="Calibri"/>
              </a:rPr>
              <a:t>&lt;date/time&gt;</a:t>
            </a:r>
            <a:endParaRPr b="0" lang="en-US" sz="3080" spc="-1" strike="noStrike">
              <a:solidFill>
                <a:srgbClr val="ffffff"/>
              </a:solidFill>
              <a:latin typeface="Times New Roman"/>
            </a:endParaRPr>
          </a:p>
        </p:txBody>
      </p:sp>
      <p:sp>
        <p:nvSpPr>
          <p:cNvPr id="64" name="PlaceHolder 5"/>
          <p:cNvSpPr>
            <a:spLocks noGrp="1"/>
          </p:cNvSpPr>
          <p:nvPr>
            <p:ph type="ftr" idx="32"/>
          </p:nvPr>
        </p:nvSpPr>
        <p:spPr>
          <a:xfrm>
            <a:off x="7498440" y="27120960"/>
            <a:ext cx="6948720" cy="1557360"/>
          </a:xfrm>
          <a:prstGeom prst="rect">
            <a:avLst/>
          </a:prstGeom>
          <a:noFill/>
          <a:ln w="0">
            <a:noFill/>
          </a:ln>
        </p:spPr>
        <p:txBody>
          <a:bodyPr lIns="313560" rIns="313560" tIns="156600" bIns="15660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65" name="PlaceHolder 6"/>
          <p:cNvSpPr>
            <a:spLocks noGrp="1"/>
          </p:cNvSpPr>
          <p:nvPr>
            <p:ph type="sldNum" idx="33"/>
          </p:nvPr>
        </p:nvSpPr>
        <p:spPr>
          <a:xfrm>
            <a:off x="15728040" y="27120960"/>
            <a:ext cx="5119920" cy="1557360"/>
          </a:xfrm>
          <a:prstGeom prst="rect">
            <a:avLst/>
          </a:prstGeom>
          <a:noFill/>
          <a:ln w="0">
            <a:noFill/>
          </a:ln>
        </p:spPr>
        <p:txBody>
          <a:bodyPr lIns="313560" rIns="313560" tIns="156600" bIns="156600" anchor="ctr">
            <a:noAutofit/>
          </a:bodyPr>
          <a:lstStyle>
            <a:lvl1pPr indent="0" algn="r" defTabSz="2351160">
              <a:lnSpc>
                <a:spcPct val="100000"/>
              </a:lnSpc>
              <a:buNone/>
              <a:defRPr b="0" lang="en-US" sz="3080" spc="-1" strike="noStrike">
                <a:solidFill>
                  <a:schemeClr val="dk1">
                    <a:tint val="75000"/>
                  </a:schemeClr>
                </a:solidFill>
                <a:latin typeface="Calibri"/>
              </a:defRPr>
            </a:lvl1pPr>
          </a:lstStyle>
          <a:p>
            <a:pPr indent="0" algn="r" defTabSz="2351160">
              <a:lnSpc>
                <a:spcPct val="100000"/>
              </a:lnSpc>
              <a:buNone/>
            </a:pPr>
            <a:fld id="{153BBBA8-4E0F-4BB1-9083-09757A5C33BA}" type="slidenum">
              <a:rPr b="0" lang="en-US" sz="3080" spc="-1" strike="noStrike">
                <a:solidFill>
                  <a:schemeClr val="dk1">
                    <a:tint val="75000"/>
                  </a:schemeClr>
                </a:solidFill>
                <a:latin typeface="Calibri"/>
              </a:rPr>
              <a:t>&lt;number&gt;</a:t>
            </a:fld>
            <a:endParaRPr b="0" lang="en-US" sz="308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hyperlink" Target="https://uis.pitlug.com/src/web/index.php" TargetMode="Externa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Layout" Target="../slideLayouts/slideLayout1.xml"/><Relationship Id="rId8"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lumMod val="85000"/>
          </a:schemeClr>
        </a:solidFill>
      </p:bgPr>
    </p:bg>
    <p:spTree>
      <p:nvGrpSpPr>
        <p:cNvPr id="1" name=""/>
        <p:cNvGrpSpPr/>
        <p:nvPr/>
      </p:nvGrpSpPr>
      <p:grpSpPr>
        <a:xfrm>
          <a:off x="0" y="0"/>
          <a:ext cx="0" cy="0"/>
          <a:chOff x="0" y="0"/>
          <a:chExt cx="0" cy="0"/>
        </a:xfrm>
      </p:grpSpPr>
      <p:sp>
        <p:nvSpPr>
          <p:cNvPr id="72" name="Rounded Rectangle 7"/>
          <p:cNvSpPr/>
          <p:nvPr/>
        </p:nvSpPr>
        <p:spPr>
          <a:xfrm>
            <a:off x="10972800" y="22280040"/>
            <a:ext cx="10508760" cy="4131720"/>
          </a:xfrm>
          <a:prstGeom prst="roundRect">
            <a:avLst>
              <a:gd name="adj" fmla="val 3009"/>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600" spc="-1" strike="noStrike">
              <a:solidFill>
                <a:schemeClr val="lt1"/>
              </a:solidFill>
              <a:latin typeface="Verdana"/>
              <a:ea typeface="Verdana"/>
            </a:endParaRPr>
          </a:p>
        </p:txBody>
      </p:sp>
      <p:sp>
        <p:nvSpPr>
          <p:cNvPr id="73" name="Rounded Rectangle 7"/>
          <p:cNvSpPr/>
          <p:nvPr/>
        </p:nvSpPr>
        <p:spPr>
          <a:xfrm>
            <a:off x="366120" y="22309200"/>
            <a:ext cx="10259280" cy="4131720"/>
          </a:xfrm>
          <a:prstGeom prst="roundRect">
            <a:avLst>
              <a:gd name="adj" fmla="val 3009"/>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600" spc="-1" strike="noStrike">
              <a:solidFill>
                <a:schemeClr val="lt1"/>
              </a:solidFill>
              <a:latin typeface="Verdana"/>
              <a:ea typeface="Verdana"/>
            </a:endParaRPr>
          </a:p>
        </p:txBody>
      </p:sp>
      <p:sp>
        <p:nvSpPr>
          <p:cNvPr id="74" name="Rounded Rectangle 7"/>
          <p:cNvSpPr/>
          <p:nvPr/>
        </p:nvSpPr>
        <p:spPr>
          <a:xfrm>
            <a:off x="10730520" y="4884840"/>
            <a:ext cx="10796400" cy="9496800"/>
          </a:xfrm>
          <a:prstGeom prst="roundRect">
            <a:avLst>
              <a:gd name="adj" fmla="val 220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600" spc="-1" strike="noStrike">
              <a:solidFill>
                <a:schemeClr val="lt1"/>
              </a:solidFill>
              <a:latin typeface="Verdana"/>
              <a:ea typeface="Verdana"/>
            </a:endParaRPr>
          </a:p>
        </p:txBody>
      </p:sp>
      <p:sp>
        <p:nvSpPr>
          <p:cNvPr id="75" name="Rounded Rectangle 7"/>
          <p:cNvSpPr/>
          <p:nvPr/>
        </p:nvSpPr>
        <p:spPr>
          <a:xfrm>
            <a:off x="366120" y="8085600"/>
            <a:ext cx="9964440" cy="6261840"/>
          </a:xfrm>
          <a:prstGeom prst="roundRect">
            <a:avLst>
              <a:gd name="adj" fmla="val 220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600" spc="-1" strike="noStrike">
              <a:solidFill>
                <a:schemeClr val="lt1"/>
              </a:solidFill>
              <a:latin typeface="Verdana"/>
              <a:ea typeface="Verdana"/>
            </a:endParaRPr>
          </a:p>
        </p:txBody>
      </p:sp>
      <p:sp>
        <p:nvSpPr>
          <p:cNvPr id="76" name="Rounded Rectangle 7"/>
          <p:cNvSpPr/>
          <p:nvPr/>
        </p:nvSpPr>
        <p:spPr>
          <a:xfrm>
            <a:off x="366120" y="4903920"/>
            <a:ext cx="9964440" cy="2733480"/>
          </a:xfrm>
          <a:prstGeom prst="roundRect">
            <a:avLst>
              <a:gd name="adj" fmla="val 7586"/>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600" spc="-1" strike="noStrike">
              <a:solidFill>
                <a:schemeClr val="lt1"/>
              </a:solidFill>
              <a:latin typeface="Verdana"/>
              <a:ea typeface="Verdana"/>
            </a:endParaRPr>
          </a:p>
        </p:txBody>
      </p:sp>
      <p:pic>
        <p:nvPicPr>
          <p:cNvPr id="77" name="Picture 6" descr="Background pattern&#10;&#10;Description automatically generated"/>
          <p:cNvPicPr/>
          <p:nvPr/>
        </p:nvPicPr>
        <p:blipFill>
          <a:blip r:embed="rId1"/>
          <a:srcRect l="0" t="62963" r="0" b="0"/>
          <a:stretch/>
        </p:blipFill>
        <p:spPr>
          <a:xfrm>
            <a:off x="0" y="0"/>
            <a:ext cx="21945240" cy="4571640"/>
          </a:xfrm>
          <a:prstGeom prst="rect">
            <a:avLst/>
          </a:prstGeom>
          <a:ln w="0">
            <a:noFill/>
          </a:ln>
        </p:spPr>
      </p:pic>
      <p:sp>
        <p:nvSpPr>
          <p:cNvPr id="78" name="TextBox 5"/>
          <p:cNvSpPr/>
          <p:nvPr/>
        </p:nvSpPr>
        <p:spPr>
          <a:xfrm>
            <a:off x="0" y="0"/>
            <a:ext cx="17830800" cy="4374720"/>
          </a:xfrm>
          <a:prstGeom prst="rect">
            <a:avLst/>
          </a:prstGeom>
          <a:noFill/>
          <a:ln w="9525">
            <a:noFill/>
          </a:ln>
        </p:spPr>
        <p:style>
          <a:lnRef idx="0"/>
          <a:fillRef idx="0"/>
          <a:effectRef idx="0"/>
          <a:fontRef idx="minor"/>
        </p:style>
        <p:txBody>
          <a:bodyPr anchor="t">
            <a:spAutoFit/>
          </a:bodyPr>
          <a:p>
            <a:pPr algn="ctr" defTabSz="1939680">
              <a:lnSpc>
                <a:spcPct val="150000"/>
              </a:lnSpc>
            </a:pPr>
            <a:r>
              <a:rPr b="1" lang="en-US" sz="6000" spc="-1" strike="noStrike">
                <a:solidFill>
                  <a:schemeClr val="dk1"/>
                </a:solidFill>
                <a:latin typeface="Verdana"/>
                <a:ea typeface="Verdana"/>
              </a:rPr>
              <a:t>UIS </a:t>
            </a:r>
            <a:endParaRPr b="0" lang="en-US" sz="6000" spc="-1" strike="noStrike">
              <a:solidFill>
                <a:srgbClr val="000000"/>
              </a:solidFill>
              <a:latin typeface="Arial"/>
            </a:endParaRPr>
          </a:p>
          <a:p>
            <a:pPr algn="ctr" defTabSz="1939680">
              <a:lnSpc>
                <a:spcPct val="150000"/>
              </a:lnSpc>
            </a:pPr>
            <a:r>
              <a:rPr b="1" lang="en-US" sz="6000" spc="-1" strike="noStrike">
                <a:solidFill>
                  <a:schemeClr val="dk1"/>
                </a:solidFill>
                <a:latin typeface="Verdana"/>
                <a:ea typeface="Verdana"/>
              </a:rPr>
              <a:t>(UNIFIED INVENTORY SYSTEM)</a:t>
            </a:r>
            <a:endParaRPr b="0" lang="en-US" sz="6000" spc="-1" strike="noStrike">
              <a:solidFill>
                <a:srgbClr val="000000"/>
              </a:solidFill>
              <a:latin typeface="Arial"/>
            </a:endParaRPr>
          </a:p>
          <a:p>
            <a:pPr marL="457200" indent="-457200" algn="ctr" defTabSz="1939680">
              <a:lnSpc>
                <a:spcPct val="100000"/>
              </a:lnSpc>
              <a:buClr>
                <a:srgbClr val="ffffff"/>
              </a:buClr>
              <a:buFont typeface="Arial"/>
              <a:buChar char="•"/>
            </a:pPr>
            <a:r>
              <a:rPr b="0" lang="en-US" sz="2800" spc="-1" strike="noStrike">
                <a:solidFill>
                  <a:schemeClr val="dk1"/>
                </a:solidFill>
                <a:latin typeface="Verdana"/>
                <a:ea typeface="Verdana"/>
              </a:rPr>
              <a:t>Rein Alderfer, Alexander Pellet, Drew Urenko, Hector Franco</a:t>
            </a:r>
            <a:endParaRPr b="0" lang="en-US" sz="2800" spc="-1" strike="noStrike">
              <a:solidFill>
                <a:srgbClr val="000000"/>
              </a:solidFill>
              <a:latin typeface="Arial"/>
            </a:endParaRPr>
          </a:p>
          <a:p>
            <a:pPr marL="457200" indent="-457200" algn="ctr" defTabSz="1939680">
              <a:lnSpc>
                <a:spcPct val="100000"/>
              </a:lnSpc>
              <a:buClr>
                <a:srgbClr val="ffffff"/>
              </a:buClr>
              <a:buFont typeface="Arial"/>
              <a:buChar char="•"/>
            </a:pPr>
            <a:r>
              <a:rPr b="0" lang="en-US" sz="2800" spc="-1" strike="noStrike">
                <a:solidFill>
                  <a:schemeClr val="dk1"/>
                </a:solidFill>
                <a:latin typeface="Verdana"/>
                <a:ea typeface="Verdana"/>
              </a:rPr>
              <a:t>Professor Nancy Reddig</a:t>
            </a:r>
            <a:endParaRPr b="0" lang="en-US" sz="2800" spc="-1" strike="noStrike">
              <a:solidFill>
                <a:srgbClr val="000000"/>
              </a:solidFill>
              <a:latin typeface="Arial"/>
            </a:endParaRPr>
          </a:p>
          <a:p>
            <a:pPr defTabSz="1939680">
              <a:lnSpc>
                <a:spcPts val="5400"/>
              </a:lnSpc>
            </a:pPr>
            <a:r>
              <a:rPr b="1" lang="en-US" sz="6000" spc="-1" strike="noStrike">
                <a:solidFill>
                  <a:schemeClr val="dk1"/>
                </a:solidFill>
                <a:latin typeface="Verdana"/>
                <a:ea typeface="Verdana"/>
              </a:rPr>
              <a:t> </a:t>
            </a:r>
            <a:endParaRPr b="0" lang="en-US" sz="6000" spc="-1" strike="noStrike">
              <a:solidFill>
                <a:srgbClr val="000000"/>
              </a:solidFill>
              <a:latin typeface="Arial"/>
            </a:endParaRPr>
          </a:p>
        </p:txBody>
      </p:sp>
      <p:sp>
        <p:nvSpPr>
          <p:cNvPr id="79" name="TextBox 5"/>
          <p:cNvSpPr/>
          <p:nvPr/>
        </p:nvSpPr>
        <p:spPr>
          <a:xfrm>
            <a:off x="11277720" y="5275440"/>
            <a:ext cx="9772200" cy="2149200"/>
          </a:xfrm>
          <a:prstGeom prst="rect">
            <a:avLst/>
          </a:prstGeom>
          <a:noFill/>
          <a:ln w="9525">
            <a:noFill/>
          </a:ln>
        </p:spPr>
        <p:style>
          <a:lnRef idx="0"/>
          <a:fillRef idx="0"/>
          <a:effectRef idx="0"/>
          <a:fontRef idx="minor"/>
        </p:style>
        <p:txBody>
          <a:bodyPr anchor="t">
            <a:spAutoFit/>
          </a:bodyPr>
          <a:p>
            <a:pPr defTabSz="1939680">
              <a:lnSpc>
                <a:spcPts val="5400"/>
              </a:lnSpc>
            </a:pPr>
            <a:r>
              <a:rPr b="1" lang="en-US" sz="4400" spc="-1" strike="noStrike">
                <a:solidFill>
                  <a:srgbClr val="004b98"/>
                </a:solidFill>
                <a:latin typeface="Verdana"/>
                <a:ea typeface="Verdana"/>
              </a:rPr>
              <a:t>DATA MODEL/ERD </a:t>
            </a:r>
            <a:endParaRPr b="0" lang="en-US" sz="4400" spc="-1" strike="noStrike">
              <a:solidFill>
                <a:srgbClr val="000000"/>
              </a:solidFill>
              <a:latin typeface="Arial"/>
            </a:endParaRPr>
          </a:p>
          <a:p>
            <a:pPr defTabSz="1939680">
              <a:lnSpc>
                <a:spcPts val="5400"/>
              </a:lnSpc>
            </a:pPr>
            <a:endParaRPr b="0" lang="en-US" sz="2400" spc="-1" strike="noStrike">
              <a:solidFill>
                <a:srgbClr val="000000"/>
              </a:solidFill>
              <a:latin typeface="Arial"/>
            </a:endParaRPr>
          </a:p>
          <a:p>
            <a:pPr defTabSz="1939680">
              <a:lnSpc>
                <a:spcPts val="5400"/>
              </a:lnSpc>
            </a:pPr>
            <a:endParaRPr b="0" lang="en-US" sz="2400" spc="-1" strike="noStrike">
              <a:solidFill>
                <a:srgbClr val="000000"/>
              </a:solidFill>
              <a:latin typeface="Arial"/>
            </a:endParaRPr>
          </a:p>
        </p:txBody>
      </p:sp>
      <p:sp>
        <p:nvSpPr>
          <p:cNvPr id="80" name="Rectangle 31"/>
          <p:cNvSpPr/>
          <p:nvPr/>
        </p:nvSpPr>
        <p:spPr>
          <a:xfrm>
            <a:off x="16200" y="26754480"/>
            <a:ext cx="21948480" cy="2505960"/>
          </a:xfrm>
          <a:prstGeom prst="rect">
            <a:avLst/>
          </a:prstGeom>
          <a:solidFill>
            <a:srgbClr val="0a22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1939680">
              <a:lnSpc>
                <a:spcPct val="100000"/>
              </a:lnSpc>
            </a:pPr>
            <a:endParaRPr b="0" lang="en-US" sz="2800" spc="-1" strike="noStrike">
              <a:solidFill>
                <a:schemeClr val="lt1"/>
              </a:solidFill>
              <a:latin typeface="Verdana"/>
              <a:ea typeface="Verdana"/>
            </a:endParaRPr>
          </a:p>
        </p:txBody>
      </p:sp>
      <p:sp>
        <p:nvSpPr>
          <p:cNvPr id="81" name="Rectangle 5"/>
          <p:cNvSpPr/>
          <p:nvPr/>
        </p:nvSpPr>
        <p:spPr>
          <a:xfrm>
            <a:off x="8287920" y="28007640"/>
            <a:ext cx="13069440" cy="775440"/>
          </a:xfrm>
          <a:prstGeom prst="rect">
            <a:avLst/>
          </a:prstGeom>
          <a:noFill/>
          <a:ln w="0">
            <a:noFill/>
          </a:ln>
        </p:spPr>
        <p:style>
          <a:lnRef idx="0"/>
          <a:fillRef idx="0"/>
          <a:effectRef idx="0"/>
          <a:fontRef idx="minor"/>
        </p:style>
        <p:txBody>
          <a:bodyPr wrap="none" lIns="90000" rIns="90000" tIns="45000" bIns="45000" anchor="t">
            <a:spAutoFit/>
          </a:bodyPr>
          <a:p>
            <a:pPr defTabSz="1939680">
              <a:lnSpc>
                <a:spcPts val="5400"/>
              </a:lnSpc>
            </a:pPr>
            <a:r>
              <a:rPr b="1" lang="en-US" sz="4400" spc="-1" strike="noStrike">
                <a:solidFill>
                  <a:schemeClr val="dk1"/>
                </a:solidFill>
                <a:latin typeface="Verdana"/>
                <a:ea typeface="Verdana"/>
              </a:rPr>
              <a:t>E</a:t>
            </a:r>
            <a:r>
              <a:rPr b="1" lang="en-US" sz="3600" spc="-1" strike="noStrike">
                <a:solidFill>
                  <a:srgbClr val="3fb4e5"/>
                </a:solidFill>
                <a:latin typeface="Verdana"/>
                <a:ea typeface="Verdana"/>
              </a:rPr>
              <a:t>DUCATE FOR SERVICE. </a:t>
            </a:r>
            <a:r>
              <a:rPr b="1" lang="en-US" sz="4400" spc="-1" strike="noStrike">
                <a:solidFill>
                  <a:schemeClr val="dk1"/>
                </a:solidFill>
                <a:latin typeface="Verdana"/>
                <a:ea typeface="Verdana"/>
              </a:rPr>
              <a:t>E</a:t>
            </a:r>
            <a:r>
              <a:rPr b="1" lang="en-US" sz="3600" spc="-1" strike="noStrike">
                <a:solidFill>
                  <a:srgbClr val="3fb4e5"/>
                </a:solidFill>
                <a:latin typeface="Verdana"/>
                <a:ea typeface="Verdana"/>
              </a:rPr>
              <a:t>NGINEER FOR SOCIETY.</a:t>
            </a:r>
            <a:endParaRPr b="0" lang="en-US" sz="3600" spc="-1" strike="noStrike">
              <a:solidFill>
                <a:srgbClr val="000000"/>
              </a:solidFill>
              <a:latin typeface="Arial"/>
            </a:endParaRPr>
          </a:p>
        </p:txBody>
      </p:sp>
      <p:sp>
        <p:nvSpPr>
          <p:cNvPr id="82" name="TextBox 5"/>
          <p:cNvSpPr/>
          <p:nvPr/>
        </p:nvSpPr>
        <p:spPr>
          <a:xfrm>
            <a:off x="718200" y="8090280"/>
            <a:ext cx="9156960" cy="5820840"/>
          </a:xfrm>
          <a:prstGeom prst="rect">
            <a:avLst/>
          </a:prstGeom>
          <a:noFill/>
          <a:ln w="9525">
            <a:noFill/>
          </a:ln>
        </p:spPr>
        <p:style>
          <a:lnRef idx="0"/>
          <a:fillRef idx="0"/>
          <a:effectRef idx="0"/>
          <a:fontRef idx="minor"/>
        </p:style>
        <p:txBody>
          <a:bodyPr anchor="t">
            <a:spAutoFit/>
          </a:bodyPr>
          <a:p>
            <a:pPr defTabSz="1939680">
              <a:lnSpc>
                <a:spcPct val="100000"/>
              </a:lnSpc>
            </a:pPr>
            <a:r>
              <a:rPr b="1" lang="en-US" sz="4400" spc="-1" strike="noStrike">
                <a:solidFill>
                  <a:srgbClr val="004b98"/>
                </a:solidFill>
                <a:latin typeface="Verdana"/>
                <a:ea typeface="Verdana"/>
              </a:rPr>
              <a:t>Site REQUIREMENTS</a:t>
            </a:r>
            <a:endParaRPr b="0" lang="en-US" sz="4400" spc="-1" strike="noStrike">
              <a:solidFill>
                <a:srgbClr val="000000"/>
              </a:solidFill>
              <a:latin typeface="Arial"/>
            </a:endParaRPr>
          </a:p>
          <a:p>
            <a:pPr defTabSz="1939680">
              <a:lnSpc>
                <a:spcPct val="100000"/>
              </a:lnSpc>
            </a:pPr>
            <a:endParaRPr b="0" lang="en-US" sz="4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REQ1</a:t>
            </a:r>
            <a:r>
              <a:rPr b="0" lang="en-US" sz="2400" spc="-1" strike="noStrike">
                <a:solidFill>
                  <a:schemeClr val="lt1"/>
                </a:solidFill>
                <a:latin typeface="Verdana"/>
                <a:ea typeface="Verdana"/>
              </a:rPr>
              <a:t> - User can add inventory to the site.</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REQ2</a:t>
            </a:r>
            <a:r>
              <a:rPr b="0" lang="en-US" sz="2400" spc="-1" strike="noStrike">
                <a:solidFill>
                  <a:schemeClr val="lt1"/>
                </a:solidFill>
                <a:latin typeface="Verdana"/>
                <a:ea typeface="Verdana"/>
              </a:rPr>
              <a:t> - A client can view inventory by category on the site.</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REQ3</a:t>
            </a:r>
            <a:r>
              <a:rPr b="0" lang="en-US" sz="2400" spc="-1" strike="noStrike">
                <a:solidFill>
                  <a:schemeClr val="lt1"/>
                </a:solidFill>
                <a:latin typeface="Verdana"/>
                <a:ea typeface="Verdana"/>
              </a:rPr>
              <a:t> - A client can delete records in inventory</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REQ4</a:t>
            </a:r>
            <a:r>
              <a:rPr b="0" lang="en-US" sz="2400" spc="-1" strike="noStrike">
                <a:solidFill>
                  <a:schemeClr val="lt1"/>
                </a:solidFill>
                <a:latin typeface="Verdana"/>
                <a:ea typeface="Verdana"/>
              </a:rPr>
              <a:t> - A client can edit records in inventory</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REQ5</a:t>
            </a:r>
            <a:r>
              <a:rPr b="0" lang="en-US" sz="2400" spc="-1" strike="noStrike">
                <a:solidFill>
                  <a:schemeClr val="lt1"/>
                </a:solidFill>
                <a:latin typeface="Verdana"/>
                <a:ea typeface="Verdana"/>
              </a:rPr>
              <a:t> - A user can view currently on order items</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REQ6</a:t>
            </a:r>
            <a:r>
              <a:rPr b="0" lang="en-US" sz="2400" spc="-1" strike="noStrike">
                <a:solidFill>
                  <a:schemeClr val="lt1"/>
                </a:solidFill>
                <a:latin typeface="Verdana"/>
                <a:ea typeface="Verdana"/>
              </a:rPr>
              <a:t> - Build a web server and host the site on the internet.</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REQ7</a:t>
            </a:r>
            <a:r>
              <a:rPr b="0" lang="en-US" sz="2400" spc="-1" strike="noStrike">
                <a:solidFill>
                  <a:schemeClr val="lt1"/>
                </a:solidFill>
                <a:latin typeface="Verdana"/>
                <a:ea typeface="Verdana"/>
              </a:rPr>
              <a:t> - API that implements a singleton pattern for DB connection</a:t>
            </a:r>
            <a:endParaRPr b="0" lang="en-US" sz="2400" spc="-1" strike="noStrike">
              <a:solidFill>
                <a:srgbClr val="000000"/>
              </a:solidFill>
              <a:latin typeface="Arial"/>
            </a:endParaRPr>
          </a:p>
          <a:p>
            <a:pPr marL="457200" indent="-457200" defTabSz="1939680">
              <a:lnSpc>
                <a:spcPct val="100000"/>
              </a:lnSpc>
              <a:buClr>
                <a:srgbClr val="000000"/>
              </a:buClr>
              <a:buFont typeface="Arial"/>
              <a:buChar char="•"/>
            </a:pPr>
            <a:r>
              <a:rPr b="1" lang="en-US" sz="2400" spc="-1" strike="noStrike">
                <a:solidFill>
                  <a:schemeClr val="lt1"/>
                </a:solidFill>
                <a:latin typeface="Verdana"/>
                <a:ea typeface="Verdana"/>
              </a:rPr>
              <a:t>REQ8</a:t>
            </a:r>
            <a:r>
              <a:rPr b="0" lang="en-US" sz="2400" spc="-1" strike="noStrike">
                <a:solidFill>
                  <a:schemeClr val="lt1"/>
                </a:solidFill>
                <a:latin typeface="Verdana"/>
                <a:ea typeface="Verdana"/>
              </a:rPr>
              <a:t> - Create standardized web elements</a:t>
            </a:r>
            <a:endParaRPr b="0" lang="en-US" sz="2400" spc="-1" strike="noStrike">
              <a:solidFill>
                <a:srgbClr val="000000"/>
              </a:solidFill>
              <a:latin typeface="Arial"/>
            </a:endParaRPr>
          </a:p>
          <a:p>
            <a:pPr defTabSz="1939680">
              <a:lnSpc>
                <a:spcPct val="100000"/>
              </a:lnSpc>
            </a:pPr>
            <a:endParaRPr b="0" lang="en-US" sz="2400" spc="-1" strike="noStrike">
              <a:solidFill>
                <a:srgbClr val="000000"/>
              </a:solidFill>
              <a:latin typeface="Arial"/>
            </a:endParaRPr>
          </a:p>
        </p:txBody>
      </p:sp>
      <p:sp>
        <p:nvSpPr>
          <p:cNvPr id="83" name="TextBox 5"/>
          <p:cNvSpPr/>
          <p:nvPr/>
        </p:nvSpPr>
        <p:spPr>
          <a:xfrm>
            <a:off x="361800" y="22290480"/>
            <a:ext cx="10477440" cy="3716640"/>
          </a:xfrm>
          <a:prstGeom prst="rect">
            <a:avLst/>
          </a:prstGeom>
          <a:noFill/>
          <a:ln w="9525">
            <a:noFill/>
          </a:ln>
        </p:spPr>
        <p:style>
          <a:lnRef idx="0"/>
          <a:fillRef idx="0"/>
          <a:effectRef idx="0"/>
          <a:fontRef idx="minor"/>
        </p:style>
        <p:txBody>
          <a:bodyPr anchor="t">
            <a:spAutoFit/>
          </a:bodyPr>
          <a:p>
            <a:pPr defTabSz="1939680">
              <a:lnSpc>
                <a:spcPts val="5400"/>
              </a:lnSpc>
            </a:pPr>
            <a:r>
              <a:rPr b="1" lang="en-US" sz="4300" spc="-1" strike="noStrike">
                <a:solidFill>
                  <a:srgbClr val="004b98"/>
                </a:solidFill>
                <a:latin typeface="Verdana"/>
                <a:ea typeface="Verdana"/>
              </a:rPr>
              <a:t>TESTING &amp; LESSONS LEARNED</a:t>
            </a:r>
            <a:endParaRPr b="0" lang="en-US" sz="4300" spc="-1" strike="noStrike">
              <a:solidFill>
                <a:srgbClr val="000000"/>
              </a:solidFill>
              <a:latin typeface="Arial"/>
            </a:endParaRPr>
          </a:p>
          <a:p>
            <a:pPr defTabSz="1939680">
              <a:lnSpc>
                <a:spcPct val="100000"/>
              </a:lnSpc>
            </a:pPr>
            <a:r>
              <a:rPr b="0" lang="en-US" sz="2100" spc="-1" strike="noStrike">
                <a:solidFill>
                  <a:schemeClr val="lt1"/>
                </a:solidFill>
                <a:latin typeface="Verdana"/>
                <a:ea typeface="Verdana"/>
              </a:rPr>
              <a:t>Our team used Git version control and weekly stand-up meetings to manage work across all project requirements using a project board in GitHub to track tasks and coordinate how the front and back-end code fit together. Through testing our management system, we learned that the Singleton database connection kept things running smoothly and our reusable page template majorly reduced code.</a:t>
            </a:r>
            <a:r>
              <a:rPr b="0" lang="en-US" sz="2200" spc="-1" strike="noStrike">
                <a:solidFill>
                  <a:schemeClr val="lt1"/>
                </a:solidFill>
                <a:latin typeface="Verdana"/>
                <a:ea typeface="Verdana"/>
              </a:rPr>
              <a:t> This process taught us that building one feature at a time and testing it individually before combining made debugging easier, along with team check-ins to improve features based on what worked best. </a:t>
            </a:r>
            <a:endParaRPr b="0" lang="en-US" sz="2200" spc="-1" strike="noStrike">
              <a:solidFill>
                <a:srgbClr val="000000"/>
              </a:solidFill>
              <a:latin typeface="Arial"/>
            </a:endParaRPr>
          </a:p>
        </p:txBody>
      </p:sp>
      <p:sp>
        <p:nvSpPr>
          <p:cNvPr id="84" name="TextBox 5"/>
          <p:cNvSpPr/>
          <p:nvPr/>
        </p:nvSpPr>
        <p:spPr>
          <a:xfrm>
            <a:off x="11512800" y="22408920"/>
            <a:ext cx="9714240" cy="2925720"/>
          </a:xfrm>
          <a:prstGeom prst="rect">
            <a:avLst/>
          </a:prstGeom>
          <a:noFill/>
          <a:ln w="9525">
            <a:noFill/>
          </a:ln>
        </p:spPr>
        <p:style>
          <a:lnRef idx="0"/>
          <a:fillRef idx="0"/>
          <a:effectRef idx="0"/>
          <a:fontRef idx="minor"/>
        </p:style>
        <p:txBody>
          <a:bodyPr anchor="t">
            <a:spAutoFit/>
          </a:bodyPr>
          <a:p>
            <a:pPr defTabSz="1939680">
              <a:lnSpc>
                <a:spcPts val="5400"/>
              </a:lnSpc>
            </a:pPr>
            <a:r>
              <a:rPr b="1" lang="en-US" sz="4400" spc="-1" strike="noStrike">
                <a:solidFill>
                  <a:srgbClr val="004b98"/>
                </a:solidFill>
                <a:latin typeface="Verdana"/>
                <a:ea typeface="Verdana"/>
              </a:rPr>
              <a:t>REFERENCES &amp; ACKNOWLEDGEMENTS</a:t>
            </a:r>
            <a:endParaRPr b="0" lang="en-US" sz="4400" spc="-1" strike="noStrike">
              <a:solidFill>
                <a:srgbClr val="000000"/>
              </a:solidFill>
              <a:latin typeface="Arial"/>
            </a:endParaRPr>
          </a:p>
          <a:p>
            <a:pPr defTabSz="1939680">
              <a:lnSpc>
                <a:spcPct val="100000"/>
              </a:lnSpc>
            </a:pPr>
            <a:endParaRPr b="0" lang="en-US" sz="2400" spc="-1" strike="noStrike">
              <a:solidFill>
                <a:srgbClr val="000000"/>
              </a:solidFill>
              <a:latin typeface="Arial"/>
            </a:endParaRPr>
          </a:p>
          <a:p>
            <a:pPr defTabSz="1939680">
              <a:lnSpc>
                <a:spcPct val="100000"/>
              </a:lnSpc>
            </a:pPr>
            <a:r>
              <a:rPr b="0" lang="en-US" sz="2400" spc="-1" strike="noStrike">
                <a:solidFill>
                  <a:schemeClr val="lt1"/>
                </a:solidFill>
                <a:latin typeface="Verdana"/>
                <a:ea typeface="Verdana"/>
              </a:rPr>
              <a:t>We say thank you to:</a:t>
            </a:r>
            <a:endParaRPr b="0" lang="en-US" sz="2400" spc="-1" strike="noStrike">
              <a:solidFill>
                <a:srgbClr val="000000"/>
              </a:solidFill>
              <a:latin typeface="Arial"/>
            </a:endParaRPr>
          </a:p>
          <a:p>
            <a:pPr marL="343080" indent="-343080" defTabSz="1939680">
              <a:lnSpc>
                <a:spcPct val="100000"/>
              </a:lnSpc>
              <a:buClr>
                <a:srgbClr val="000000"/>
              </a:buClr>
              <a:buFont typeface="Calibri"/>
              <a:buChar char="-"/>
            </a:pPr>
            <a:r>
              <a:rPr b="0" lang="en-US" sz="2400" spc="-1" strike="noStrike">
                <a:solidFill>
                  <a:schemeClr val="lt1"/>
                </a:solidFill>
                <a:latin typeface="Verdana"/>
                <a:ea typeface="Verdana"/>
              </a:rPr>
              <a:t>John McGovern</a:t>
            </a:r>
            <a:endParaRPr b="0" lang="en-US" sz="2400" spc="-1" strike="noStrike">
              <a:solidFill>
                <a:srgbClr val="000000"/>
              </a:solidFill>
              <a:latin typeface="Arial"/>
            </a:endParaRPr>
          </a:p>
          <a:p>
            <a:pPr marL="343080" indent="-343080" defTabSz="1939680">
              <a:lnSpc>
                <a:spcPct val="100000"/>
              </a:lnSpc>
              <a:buClr>
                <a:srgbClr val="000000"/>
              </a:buClr>
              <a:buFont typeface="Calibri"/>
              <a:buChar char="-"/>
            </a:pPr>
            <a:r>
              <a:rPr b="0" lang="en-US" sz="2400" spc="-1" strike="noStrike">
                <a:solidFill>
                  <a:schemeClr val="lt1"/>
                </a:solidFill>
                <a:latin typeface="Verdana"/>
                <a:ea typeface="Verdana"/>
              </a:rPr>
              <a:t>Prof. Nancy Reddig</a:t>
            </a:r>
            <a:endParaRPr b="0" lang="en-US" sz="2400" spc="-1" strike="noStrike">
              <a:solidFill>
                <a:srgbClr val="000000"/>
              </a:solidFill>
              <a:latin typeface="Arial"/>
            </a:endParaRPr>
          </a:p>
        </p:txBody>
      </p:sp>
      <p:sp>
        <p:nvSpPr>
          <p:cNvPr id="85" name="TextBox 5"/>
          <p:cNvSpPr/>
          <p:nvPr/>
        </p:nvSpPr>
        <p:spPr>
          <a:xfrm>
            <a:off x="831600" y="4893480"/>
            <a:ext cx="8647200" cy="2761560"/>
          </a:xfrm>
          <a:prstGeom prst="rect">
            <a:avLst/>
          </a:prstGeom>
          <a:noFill/>
          <a:ln w="9525">
            <a:noFill/>
          </a:ln>
        </p:spPr>
        <p:style>
          <a:lnRef idx="0"/>
          <a:fillRef idx="0"/>
          <a:effectRef idx="0"/>
          <a:fontRef idx="minor"/>
        </p:style>
        <p:txBody>
          <a:bodyPr anchor="t">
            <a:spAutoFit/>
          </a:bodyPr>
          <a:p>
            <a:pPr defTabSz="1939680">
              <a:lnSpc>
                <a:spcPts val="5400"/>
              </a:lnSpc>
            </a:pPr>
            <a:r>
              <a:rPr b="1" lang="en-US" sz="4400" spc="-1" strike="noStrike">
                <a:solidFill>
                  <a:srgbClr val="004b98"/>
                </a:solidFill>
                <a:latin typeface="Verdana"/>
                <a:ea typeface="Verdana"/>
              </a:rPr>
              <a:t>PURPOSE</a:t>
            </a:r>
            <a:endParaRPr b="0" lang="en-US" sz="4400" spc="-1" strike="noStrike">
              <a:solidFill>
                <a:srgbClr val="000000"/>
              </a:solidFill>
              <a:latin typeface="Arial"/>
            </a:endParaRPr>
          </a:p>
          <a:p>
            <a:pPr defTabSz="1939680">
              <a:lnSpc>
                <a:spcPct val="100000"/>
              </a:lnSpc>
            </a:pPr>
            <a:r>
              <a:rPr b="0" lang="en-US" sz="2400" spc="-1" strike="noStrike">
                <a:solidFill>
                  <a:schemeClr val="lt1"/>
                </a:solidFill>
                <a:latin typeface="Verdana"/>
                <a:ea typeface="Verdana"/>
              </a:rPr>
              <a:t>UIS is an inventory management software solution. The website is built to accommodate a companies need to track orders and internal inventory. </a:t>
            </a:r>
            <a:endParaRPr b="0" lang="en-US" sz="2400" spc="-1" strike="noStrike">
              <a:solidFill>
                <a:srgbClr val="000000"/>
              </a:solidFill>
              <a:latin typeface="Arial"/>
            </a:endParaRPr>
          </a:p>
          <a:p>
            <a:pPr defTabSz="1939680">
              <a:lnSpc>
                <a:spcPct val="100000"/>
              </a:lnSpc>
              <a:spcBef>
                <a:spcPts val="1191"/>
              </a:spcBef>
              <a:spcAft>
                <a:spcPts val="992"/>
              </a:spcAft>
            </a:pPr>
            <a:r>
              <a:rPr b="0" lang="en-US" sz="2400" spc="-1" strike="noStrike">
                <a:solidFill>
                  <a:schemeClr val="lt1"/>
                </a:solidFill>
                <a:latin typeface="Verdana"/>
                <a:ea typeface="Verdana"/>
              </a:rPr>
              <a:t>Visit our demo at: </a:t>
            </a:r>
            <a:r>
              <a:rPr b="1" lang="en-US" sz="2400" spc="-1" strike="noStrike">
                <a:solidFill>
                  <a:schemeClr val="lt1"/>
                </a:solidFill>
                <a:latin typeface="Verdana"/>
                <a:ea typeface="Verdana"/>
                <a:hlinkClick r:id="rId2"/>
              </a:rPr>
              <a:t>uis.pitlug.com</a:t>
            </a:r>
            <a:r>
              <a:rPr b="1" lang="en-US" sz="2400" spc="-1" strike="noStrike">
                <a:solidFill>
                  <a:schemeClr val="lt1"/>
                </a:solidFill>
                <a:latin typeface="Verdana"/>
                <a:ea typeface="Verdana"/>
              </a:rPr>
              <a:t> </a:t>
            </a:r>
            <a:r>
              <a:rPr b="0" lang="en-US" sz="2400" spc="-1" strike="noStrike">
                <a:solidFill>
                  <a:schemeClr val="lt1"/>
                </a:solidFill>
                <a:latin typeface="Verdana"/>
                <a:ea typeface="Verdana"/>
              </a:rPr>
              <a:t>or</a:t>
            </a:r>
            <a:r>
              <a:rPr b="1" lang="en-US" sz="2400" spc="-1" strike="noStrike">
                <a:solidFill>
                  <a:schemeClr val="lt1"/>
                </a:solidFill>
                <a:latin typeface="Verdana"/>
                <a:ea typeface="Verdana"/>
              </a:rPr>
              <a:t>      </a:t>
            </a:r>
            <a:r>
              <a:rPr b="1" lang="en-US" sz="2400" spc="-1" strike="noStrike">
                <a:solidFill>
                  <a:schemeClr val="lt1"/>
                </a:solidFill>
                <a:latin typeface="Verdana"/>
                <a:ea typeface="Verdana"/>
              </a:rPr>
              <a:t>	</a:t>
            </a:r>
            <a:r>
              <a:rPr b="1" lang="en-US" sz="2400" spc="-1" strike="noStrike">
                <a:solidFill>
                  <a:schemeClr val="lt1"/>
                </a:solidFill>
                <a:latin typeface="Verdana"/>
                <a:ea typeface="Verdana"/>
              </a:rPr>
              <a:t>  </a:t>
            </a:r>
            <a:r>
              <a:rPr b="1" lang="en-US" sz="2400" spc="-1" strike="noStrike">
                <a:solidFill>
                  <a:srgbClr val="ffffff"/>
                </a:solidFill>
                <a:latin typeface="Verdana"/>
                <a:ea typeface="Verdana"/>
              </a:rPr>
              <a:t>__________</a:t>
            </a:r>
            <a:r>
              <a:rPr b="1" lang="en-US" sz="2400" spc="-1" strike="noStrike">
                <a:solidFill>
                  <a:schemeClr val="lt1"/>
                </a:solidFill>
                <a:latin typeface="Verdana"/>
                <a:ea typeface="Verdana"/>
              </a:rPr>
              <a:t>       uis.etowndb.com</a:t>
            </a:r>
            <a:endParaRPr b="0" lang="en-US" sz="2400" spc="-1" strike="noStrike">
              <a:solidFill>
                <a:srgbClr val="000000"/>
              </a:solidFill>
              <a:latin typeface="Arial"/>
            </a:endParaRPr>
          </a:p>
        </p:txBody>
      </p:sp>
      <p:sp>
        <p:nvSpPr>
          <p:cNvPr id="86" name="Rounded Rectangle 7"/>
          <p:cNvSpPr/>
          <p:nvPr/>
        </p:nvSpPr>
        <p:spPr>
          <a:xfrm>
            <a:off x="366120" y="14871960"/>
            <a:ext cx="21169440" cy="7083720"/>
          </a:xfrm>
          <a:prstGeom prst="roundRect">
            <a:avLst>
              <a:gd name="adj" fmla="val 3009"/>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600" spc="-1" strike="noStrike">
              <a:solidFill>
                <a:schemeClr val="lt1"/>
              </a:solidFill>
              <a:latin typeface="Verdana"/>
              <a:ea typeface="Verdana"/>
            </a:endParaRPr>
          </a:p>
        </p:txBody>
      </p:sp>
      <p:pic>
        <p:nvPicPr>
          <p:cNvPr id="87" name="Picture 10" descr="Logo, company name&#10;&#10;Description automatically generated"/>
          <p:cNvPicPr/>
          <p:nvPr/>
        </p:nvPicPr>
        <p:blipFill>
          <a:blip r:embed="rId3"/>
          <a:stretch/>
        </p:blipFill>
        <p:spPr>
          <a:xfrm>
            <a:off x="16957800" y="-226080"/>
            <a:ext cx="5758920" cy="3241440"/>
          </a:xfrm>
          <a:prstGeom prst="rect">
            <a:avLst/>
          </a:prstGeom>
          <a:ln w="0">
            <a:noFill/>
          </a:ln>
        </p:spPr>
      </p:pic>
      <p:pic>
        <p:nvPicPr>
          <p:cNvPr id="88" name="Picture 8" descr="A computer screen shot of a code&#10;&#10;AI-generated content may be incorrect."/>
          <p:cNvPicPr/>
          <p:nvPr/>
        </p:nvPicPr>
        <p:blipFill>
          <a:blip r:embed="rId4"/>
          <a:stretch/>
        </p:blipFill>
        <p:spPr>
          <a:xfrm>
            <a:off x="9125280" y="18517320"/>
            <a:ext cx="6843600" cy="2959920"/>
          </a:xfrm>
          <a:prstGeom prst="rect">
            <a:avLst/>
          </a:prstGeom>
          <a:ln w="0">
            <a:noFill/>
          </a:ln>
        </p:spPr>
      </p:pic>
      <p:grpSp>
        <p:nvGrpSpPr>
          <p:cNvPr id="89" name="Group 9"/>
          <p:cNvGrpSpPr/>
          <p:nvPr/>
        </p:nvGrpSpPr>
        <p:grpSpPr>
          <a:xfrm>
            <a:off x="16230600" y="17602200"/>
            <a:ext cx="4572000" cy="4114800"/>
            <a:chOff x="16230600" y="17602200"/>
            <a:chExt cx="4572000" cy="4114800"/>
          </a:xfrm>
        </p:grpSpPr>
        <p:sp>
          <p:nvSpPr>
            <p:cNvPr id="90" name="Rectangle 11"/>
            <p:cNvSpPr/>
            <p:nvPr/>
          </p:nvSpPr>
          <p:spPr>
            <a:xfrm>
              <a:off x="16230600" y="17602200"/>
              <a:ext cx="4572000" cy="4114800"/>
            </a:xfrm>
            <a:prstGeom prst="rect">
              <a:avLst/>
            </a:prstGeom>
            <a:solidFill>
              <a:srgbClr val="e1261c"/>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1939680">
                <a:lnSpc>
                  <a:spcPct val="100000"/>
                </a:lnSpc>
              </a:pPr>
              <a:endParaRPr b="0" lang="en-US" sz="3840" spc="-1" strike="noStrike">
                <a:solidFill>
                  <a:schemeClr val="lt1"/>
                </a:solidFill>
                <a:latin typeface="Calibri"/>
              </a:endParaRPr>
            </a:p>
          </p:txBody>
        </p:sp>
        <p:sp>
          <p:nvSpPr>
            <p:cNvPr id="91" name="Rectangle 12"/>
            <p:cNvSpPr/>
            <p:nvPr/>
          </p:nvSpPr>
          <p:spPr>
            <a:xfrm>
              <a:off x="16281720" y="18063360"/>
              <a:ext cx="4267800" cy="3399480"/>
            </a:xfrm>
            <a:prstGeom prst="rect">
              <a:avLst/>
            </a:prstGeom>
            <a:noFill/>
            <a:ln w="0">
              <a:noFill/>
            </a:ln>
          </p:spPr>
          <p:style>
            <a:lnRef idx="0"/>
            <a:fillRef idx="0"/>
            <a:effectRef idx="0"/>
            <a:fontRef idx="minor"/>
          </p:style>
          <p:txBody>
            <a:bodyPr anchor="t">
              <a:spAutoFit/>
            </a:bodyPr>
            <a:p>
              <a:pPr defTabSz="1939680">
                <a:lnSpc>
                  <a:spcPct val="100000"/>
                </a:lnSpc>
                <a:spcAft>
                  <a:spcPts val="601"/>
                </a:spcAft>
              </a:pPr>
              <a:r>
                <a:rPr b="1" lang="en-US" sz="4400" spc="-1" strike="noStrike">
                  <a:solidFill>
                    <a:schemeClr val="dk1"/>
                  </a:solidFill>
                  <a:latin typeface="Verdana"/>
                  <a:ea typeface="Verdana"/>
                </a:rPr>
                <a:t>IMPACT</a:t>
              </a:r>
              <a:endParaRPr b="0" lang="en-US" sz="4400" spc="-1" strike="noStrike">
                <a:solidFill>
                  <a:srgbClr val="000000"/>
                </a:solidFill>
                <a:latin typeface="Arial"/>
              </a:endParaRPr>
            </a:p>
            <a:p>
              <a:pPr defTabSz="1939680">
                <a:lnSpc>
                  <a:spcPct val="100000"/>
                </a:lnSpc>
                <a:spcAft>
                  <a:spcPts val="601"/>
                </a:spcAft>
              </a:pPr>
              <a:r>
                <a:rPr b="0" lang="en-US" sz="2800" spc="-1" strike="noStrike">
                  <a:solidFill>
                    <a:schemeClr val="dk1"/>
                  </a:solidFill>
                  <a:latin typeface="Verdana"/>
                  <a:ea typeface="Verdana"/>
                </a:rPr>
                <a:t>We have developed an easy-to-use inventory management system that businesses can implement into their operations.</a:t>
              </a:r>
              <a:endParaRPr b="0" lang="en-US" sz="2800" spc="-1" strike="noStrike">
                <a:solidFill>
                  <a:srgbClr val="000000"/>
                </a:solidFill>
                <a:latin typeface="Arial"/>
              </a:endParaRPr>
            </a:p>
          </p:txBody>
        </p:sp>
      </p:grpSp>
      <p:sp>
        <p:nvSpPr>
          <p:cNvPr id="92" name="TextBox 23"/>
          <p:cNvSpPr/>
          <p:nvPr/>
        </p:nvSpPr>
        <p:spPr>
          <a:xfrm>
            <a:off x="718200" y="15048720"/>
            <a:ext cx="18605880" cy="2879640"/>
          </a:xfrm>
          <a:prstGeom prst="rect">
            <a:avLst/>
          </a:prstGeom>
          <a:noFill/>
          <a:ln w="0">
            <a:noFill/>
          </a:ln>
        </p:spPr>
        <p:style>
          <a:lnRef idx="0"/>
          <a:fillRef idx="0"/>
          <a:effectRef idx="0"/>
          <a:fontRef idx="minor"/>
        </p:style>
        <p:txBody>
          <a:bodyPr anchor="t">
            <a:spAutoFit/>
          </a:bodyPr>
          <a:p>
            <a:pPr defTabSz="1939680">
              <a:lnSpc>
                <a:spcPts val="5400"/>
              </a:lnSpc>
              <a:spcAft>
                <a:spcPts val="1199"/>
              </a:spcAft>
            </a:pPr>
            <a:r>
              <a:rPr b="1" lang="en-US" sz="4400" spc="-1" strike="noStrike">
                <a:solidFill>
                  <a:srgbClr val="004b98"/>
                </a:solidFill>
                <a:latin typeface="Verdana"/>
                <a:ea typeface="Verdana"/>
              </a:rPr>
              <a:t>PROTOTYPE</a:t>
            </a:r>
            <a:endParaRPr b="0" lang="en-US" sz="4400" spc="-1" strike="noStrike">
              <a:solidFill>
                <a:srgbClr val="000000"/>
              </a:solidFill>
              <a:latin typeface="Arial"/>
            </a:endParaRPr>
          </a:p>
          <a:p>
            <a:pPr defTabSz="1939680">
              <a:lnSpc>
                <a:spcPct val="100000"/>
              </a:lnSpc>
            </a:pPr>
            <a:r>
              <a:rPr b="0" lang="en-US" sz="4000" spc="-1" strike="noStrike">
                <a:solidFill>
                  <a:schemeClr val="lt1"/>
                </a:solidFill>
                <a:latin typeface="Verdana"/>
                <a:ea typeface="Verdana"/>
              </a:rPr>
              <a:t>The key features of our project are inventory management, user management, order management, and the UI of the site. </a:t>
            </a:r>
            <a:endParaRPr b="0" lang="en-US" sz="4000" spc="-1" strike="noStrike">
              <a:solidFill>
                <a:srgbClr val="000000"/>
              </a:solidFill>
              <a:latin typeface="Arial"/>
            </a:endParaRPr>
          </a:p>
          <a:p>
            <a:pPr marL="343080" indent="-343080" defTabSz="1939680">
              <a:lnSpc>
                <a:spcPct val="100000"/>
              </a:lnSpc>
              <a:buClr>
                <a:srgbClr val="000000"/>
              </a:buClr>
              <a:buFont typeface="Arial"/>
              <a:buChar char="•"/>
            </a:pPr>
            <a:r>
              <a:rPr b="0" lang="en-US" sz="2400" spc="-1" strike="noStrike">
                <a:solidFill>
                  <a:schemeClr val="lt1"/>
                </a:solidFill>
                <a:latin typeface="Verdana"/>
                <a:ea typeface="Verdana"/>
              </a:rPr>
              <a:t>From the beginning we wanted to have a nice UI for the site, that could transition from light to dark mode.</a:t>
            </a:r>
            <a:endParaRPr b="0" lang="en-US" sz="2400" spc="-1" strike="noStrike">
              <a:solidFill>
                <a:srgbClr val="000000"/>
              </a:solidFill>
              <a:latin typeface="Arial"/>
            </a:endParaRPr>
          </a:p>
          <a:p>
            <a:pPr marL="343080" indent="-343080" defTabSz="1939680">
              <a:lnSpc>
                <a:spcPct val="100000"/>
              </a:lnSpc>
              <a:buClr>
                <a:srgbClr val="000000"/>
              </a:buClr>
              <a:buFont typeface="Arial"/>
              <a:buChar char="•"/>
            </a:pPr>
            <a:r>
              <a:rPr b="0" lang="en-US" sz="2400" spc="-1" strike="noStrike">
                <a:solidFill>
                  <a:schemeClr val="lt1"/>
                </a:solidFill>
                <a:latin typeface="Verdana"/>
                <a:ea typeface="Verdana"/>
              </a:rPr>
              <a:t>We used a unifying page class to remove the concerns for standardization of the pages.</a:t>
            </a:r>
            <a:endParaRPr b="0" lang="en-US" sz="2400" spc="-1" strike="noStrike">
              <a:solidFill>
                <a:srgbClr val="000000"/>
              </a:solidFill>
              <a:latin typeface="Arial"/>
            </a:endParaRPr>
          </a:p>
        </p:txBody>
      </p:sp>
      <p:sp>
        <p:nvSpPr>
          <p:cNvPr id="93" name="TextBox 24"/>
          <p:cNvSpPr/>
          <p:nvPr/>
        </p:nvSpPr>
        <p:spPr>
          <a:xfrm>
            <a:off x="9479160" y="27135360"/>
            <a:ext cx="11617200" cy="670320"/>
          </a:xfrm>
          <a:prstGeom prst="rect">
            <a:avLst/>
          </a:prstGeom>
          <a:noFill/>
          <a:ln w="0">
            <a:noFill/>
          </a:ln>
        </p:spPr>
        <p:style>
          <a:lnRef idx="0"/>
          <a:fillRef idx="0"/>
          <a:effectRef idx="0"/>
          <a:fontRef idx="minor"/>
        </p:style>
        <p:txBody>
          <a:bodyPr anchor="t">
            <a:spAutoFit/>
          </a:bodyPr>
          <a:p>
            <a:pPr algn="r" defTabSz="1939680">
              <a:lnSpc>
                <a:spcPct val="100000"/>
              </a:lnSpc>
              <a:spcAft>
                <a:spcPts val="1199"/>
              </a:spcAft>
              <a:tabLst>
                <a:tab algn="l" pos="24070680"/>
              </a:tabLst>
            </a:pPr>
            <a:r>
              <a:rPr b="1" lang="en-US" sz="3800" spc="-1" strike="noStrike">
                <a:solidFill>
                  <a:schemeClr val="dk1"/>
                </a:solidFill>
                <a:latin typeface="Verdana"/>
                <a:ea typeface="Verdana"/>
              </a:rPr>
              <a:t>Software Engineering Project 2025</a:t>
            </a:r>
            <a:endParaRPr b="0" lang="en-US" sz="3800" spc="-1" strike="noStrike">
              <a:solidFill>
                <a:srgbClr val="000000"/>
              </a:solidFill>
              <a:latin typeface="Arial"/>
            </a:endParaRPr>
          </a:p>
        </p:txBody>
      </p:sp>
      <p:pic>
        <p:nvPicPr>
          <p:cNvPr id="94" name="Picture 1" descr="A computer screen shot of a computer&#10;&#10;AI-generated content may be incorrect."/>
          <p:cNvPicPr/>
          <p:nvPr/>
        </p:nvPicPr>
        <p:blipFill>
          <a:blip r:embed="rId5"/>
          <a:stretch/>
        </p:blipFill>
        <p:spPr>
          <a:xfrm>
            <a:off x="16602840" y="7239240"/>
            <a:ext cx="4457520" cy="4190760"/>
          </a:xfrm>
          <a:prstGeom prst="rect">
            <a:avLst/>
          </a:prstGeom>
          <a:ln w="0">
            <a:noFill/>
          </a:ln>
        </p:spPr>
      </p:pic>
      <p:sp>
        <p:nvSpPr>
          <p:cNvPr id="95" name="TextBox 3"/>
          <p:cNvSpPr/>
          <p:nvPr/>
        </p:nvSpPr>
        <p:spPr>
          <a:xfrm>
            <a:off x="16704000" y="11828520"/>
            <a:ext cx="4533480" cy="456840"/>
          </a:xfrm>
          <a:prstGeom prst="rect">
            <a:avLst/>
          </a:prstGeom>
          <a:noFill/>
          <a:ln w="0">
            <a:noFill/>
          </a:ln>
        </p:spPr>
        <p:style>
          <a:lnRef idx="0"/>
          <a:fillRef idx="0"/>
          <a:effectRef idx="0"/>
          <a:fontRef idx="minor"/>
        </p:style>
        <p:txBody>
          <a:bodyPr numCol="1" spcCol="0" horzOverflow="overflow" anchor="t">
            <a:spAutoFit/>
          </a:bodyPr>
          <a:p>
            <a:pPr algn="ctr" defTabSz="1939680">
              <a:lnSpc>
                <a:spcPct val="100000"/>
              </a:lnSpc>
            </a:pPr>
            <a:r>
              <a:rPr b="0" lang="en-US" sz="2400" spc="-1" strike="noStrike">
                <a:solidFill>
                  <a:schemeClr val="lt1"/>
                </a:solidFill>
                <a:latin typeface="Arial"/>
              </a:rPr>
              <a:t>Figure 1: ERD Model</a:t>
            </a:r>
            <a:endParaRPr b="0" lang="en-US" sz="2400" spc="-1" strike="noStrike">
              <a:solidFill>
                <a:srgbClr val="000000"/>
              </a:solidFill>
              <a:latin typeface="Arial"/>
            </a:endParaRPr>
          </a:p>
        </p:txBody>
      </p:sp>
      <p:pic>
        <p:nvPicPr>
          <p:cNvPr id="96" name="Picture 4" descr="A screenshot of a website&#10;&#10;AI-generated content may be incorrect."/>
          <p:cNvPicPr/>
          <p:nvPr/>
        </p:nvPicPr>
        <p:blipFill>
          <a:blip r:embed="rId6"/>
          <a:srcRect l="1205" t="0" r="-3341" b="36805"/>
          <a:stretch/>
        </p:blipFill>
        <p:spPr>
          <a:xfrm>
            <a:off x="613080" y="18520560"/>
            <a:ext cx="8735400" cy="2986560"/>
          </a:xfrm>
          <a:prstGeom prst="rect">
            <a:avLst/>
          </a:prstGeom>
          <a:ln w="0">
            <a:noFill/>
          </a:ln>
        </p:spPr>
      </p:pic>
      <p:sp>
        <p:nvSpPr>
          <p:cNvPr id="97" name="TextBox 20"/>
          <p:cNvSpPr/>
          <p:nvPr/>
        </p:nvSpPr>
        <p:spPr>
          <a:xfrm>
            <a:off x="11280960" y="6904080"/>
            <a:ext cx="4684680" cy="670320"/>
          </a:xfrm>
          <a:prstGeom prst="rect">
            <a:avLst/>
          </a:prstGeom>
          <a:noFill/>
          <a:ln w="0">
            <a:noFill/>
          </a:ln>
        </p:spPr>
        <p:style>
          <a:lnRef idx="0"/>
          <a:fillRef idx="0"/>
          <a:effectRef idx="0"/>
          <a:fontRef idx="minor"/>
        </p:style>
        <p:txBody>
          <a:bodyPr numCol="1" spcCol="0" horzOverflow="overflow" anchor="t">
            <a:spAutoFit/>
          </a:bodyPr>
          <a:p>
            <a:pPr defTabSz="1939680">
              <a:lnSpc>
                <a:spcPct val="100000"/>
              </a:lnSpc>
            </a:pPr>
            <a:r>
              <a:rPr b="0" lang="en-US" sz="3800" spc="-1" strike="noStrike">
                <a:solidFill>
                  <a:schemeClr val="dk1"/>
                </a:solidFill>
                <a:latin typeface="Arial"/>
              </a:rPr>
              <a:t>We have</a:t>
            </a:r>
            <a:endParaRPr b="0" lang="en-US" sz="3800" spc="-1" strike="noStrike">
              <a:solidFill>
                <a:srgbClr val="000000"/>
              </a:solidFill>
              <a:latin typeface="Arial"/>
            </a:endParaRPr>
          </a:p>
        </p:txBody>
      </p:sp>
      <p:sp>
        <p:nvSpPr>
          <p:cNvPr id="98" name="TextBox 21"/>
          <p:cNvSpPr/>
          <p:nvPr/>
        </p:nvSpPr>
        <p:spPr>
          <a:xfrm>
            <a:off x="11260440" y="6904080"/>
            <a:ext cx="5136840" cy="6157440"/>
          </a:xfrm>
          <a:prstGeom prst="rect">
            <a:avLst/>
          </a:prstGeom>
          <a:noFill/>
          <a:ln w="0">
            <a:noFill/>
          </a:ln>
        </p:spPr>
        <p:style>
          <a:lnRef idx="0"/>
          <a:fillRef idx="0"/>
          <a:effectRef idx="0"/>
          <a:fontRef idx="minor"/>
        </p:style>
        <p:txBody>
          <a:bodyPr numCol="1" spcCol="0" horzOverflow="overflow" anchor="t">
            <a:spAutoFit/>
          </a:bodyPr>
          <a:p>
            <a:pPr defTabSz="1939680">
              <a:lnSpc>
                <a:spcPct val="100000"/>
              </a:lnSpc>
            </a:pPr>
            <a:r>
              <a:rPr b="0" lang="en-US" sz="2400" spc="-1" strike="noStrike">
                <a:solidFill>
                  <a:schemeClr val="lt1"/>
                </a:solidFill>
                <a:latin typeface="Verdana"/>
                <a:ea typeface="Verdana"/>
              </a:rPr>
              <a:t>We have created an Entity Relationship Diagram (ERD) model for our database. This database consists of tables for orders, inventory items,</a:t>
            </a:r>
            <a:endParaRPr b="0" lang="en-US" sz="2400" spc="-1" strike="noStrike">
              <a:solidFill>
                <a:srgbClr val="000000"/>
              </a:solidFill>
              <a:latin typeface="Arial"/>
            </a:endParaRPr>
          </a:p>
          <a:p>
            <a:pPr defTabSz="1939680">
              <a:lnSpc>
                <a:spcPct val="100000"/>
              </a:lnSpc>
            </a:pPr>
            <a:r>
              <a:rPr b="0" lang="en-US" sz="2400" spc="-1" strike="noStrike">
                <a:solidFill>
                  <a:schemeClr val="lt1"/>
                </a:solidFill>
                <a:latin typeface="Verdana"/>
                <a:ea typeface="Verdana"/>
              </a:rPr>
              <a:t>items in the orders</a:t>
            </a:r>
            <a:r>
              <a:rPr b="0" lang="en-US" sz="3800" spc="-1" strike="noStrike">
                <a:solidFill>
                  <a:schemeClr val="lt1"/>
                </a:solidFill>
                <a:latin typeface="Arial"/>
                <a:ea typeface="Verdana"/>
              </a:rPr>
              <a:t>, </a:t>
            </a:r>
            <a:r>
              <a:rPr b="0" lang="en-US" sz="2400" spc="-1" strike="noStrike">
                <a:solidFill>
                  <a:schemeClr val="lt1"/>
                </a:solidFill>
                <a:latin typeface="Verdana"/>
                <a:ea typeface="Verdana"/>
              </a:rPr>
              <a:t>bundles, users, and logs for keeping track of changes to the database.</a:t>
            </a:r>
            <a:endParaRPr b="0" lang="en-US" sz="2400" spc="-1" strike="noStrike">
              <a:solidFill>
                <a:srgbClr val="000000"/>
              </a:solidFill>
              <a:latin typeface="Arial"/>
            </a:endParaRPr>
          </a:p>
          <a:p>
            <a:pPr defTabSz="1939680">
              <a:lnSpc>
                <a:spcPct val="100000"/>
              </a:lnSpc>
            </a:pPr>
            <a:endParaRPr b="0" lang="en-US" sz="2400" spc="-1" strike="noStrike">
              <a:solidFill>
                <a:srgbClr val="000000"/>
              </a:solidFill>
              <a:latin typeface="Arial"/>
            </a:endParaRPr>
          </a:p>
          <a:p>
            <a:pPr defTabSz="1939680">
              <a:lnSpc>
                <a:spcPct val="100000"/>
              </a:lnSpc>
            </a:pPr>
            <a:r>
              <a:rPr b="0" lang="en-US" sz="2400" spc="-1" strike="noStrike">
                <a:solidFill>
                  <a:schemeClr val="lt1"/>
                </a:solidFill>
                <a:latin typeface="Verdana"/>
                <a:ea typeface="Verdana"/>
              </a:rPr>
              <a:t>We have also utilized a Singleton design pattern to ensure that there is only one connection to the database.</a:t>
            </a:r>
            <a:endParaRPr b="0" lang="en-US" sz="2400" spc="-1" strike="noStrike">
              <a:solidFill>
                <a:srgbClr val="000000"/>
              </a:solidFill>
              <a:latin typeface="Arial"/>
            </a:endParaRPr>
          </a:p>
          <a:p>
            <a:pPr defTabSz="1939680">
              <a:lnSpc>
                <a:spcPct val="100000"/>
              </a:lnSpc>
            </a:pPr>
            <a:endParaRPr b="0" lang="en-US" sz="2400" spc="-1" strike="noStrike">
              <a:solidFill>
                <a:srgbClr val="000000"/>
              </a:solidFill>
              <a:latin typeface="Arial"/>
            </a:endParaRPr>
          </a:p>
          <a:p>
            <a:pPr defTabSz="1939680">
              <a:lnSpc>
                <a:spcPct val="100000"/>
              </a:lnSpc>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32CDFED766C34FA4B245A707B7CFEE" ma:contentTypeVersion="10" ma:contentTypeDescription="Create a new document." ma:contentTypeScope="" ma:versionID="ac7be4f140904b0904450ae38c603afb">
  <xsd:schema xmlns:xsd="http://www.w3.org/2001/XMLSchema" xmlns:xs="http://www.w3.org/2001/XMLSchema" xmlns:p="http://schemas.microsoft.com/office/2006/metadata/properties" xmlns:ns3="638ed67b-20b9-4061-9a18-20e86443067d" targetNamespace="http://schemas.microsoft.com/office/2006/metadata/properties" ma:root="true" ma:fieldsID="e64104e6d46d07c9324b5d6dc6870be7" ns3:_="">
    <xsd:import namespace="638ed67b-20b9-4061-9a18-20e86443067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8ed67b-20b9-4061-9a18-20e86443067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38ed67b-20b9-4061-9a18-20e86443067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7035A9-003D-4B1A-ACCB-239268A61DA1}">
  <ds:schemaRefs>
    <ds:schemaRef ds:uri="638ed67b-20b9-4061-9a18-20e86443067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A28B7BE-1EEF-4846-B0EC-E672D97B7FFD}">
  <ds:schemaRefs>
    <ds:schemaRef ds:uri="638ed67b-20b9-4061-9a18-20e86443067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A638ADA-06DF-45AB-BFB2-D0D6F294C0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TotalTime>
  <Application>LibreOffice/24.2.7.2$Linux_X86_64 LibreOffice_project/420$Build-2</Application>
  <AppVersion>15.0000</AppVersion>
  <Company>Elizabethtown College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2008-04-17T15:23:35Z</dcterms:created>
  <dc:creator>degoedek</dc:creator>
  <dc:description/>
  <dc:language>en-US</dc:language>
  <cp:lastModifiedBy/>
  <dcterms:modified xsi:type="dcterms:W3CDTF">2025-12-12T11:55:23Z</dcterms:modified>
  <cp:revision>177</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0x010100AD32CDFED766C34FA4B245A707B7CFEE</vt:lpwstr>
  </property>
  <property fmtid="{D5CDD505-2E9C-101B-9397-08002B2CF9AE}" pid="4" name="MediaServiceImageTags">
    <vt:lpwstr/>
  </property>
  <property fmtid="{D5CDD505-2E9C-101B-9397-08002B2CF9AE}" pid="5" name="Notes">
    <vt:i4>1</vt:i4>
  </property>
  <property fmtid="{D5CDD505-2E9C-101B-9397-08002B2CF9AE}" pid="6" name="PresentationFormat">
    <vt:lpwstr>Custom</vt:lpwstr>
  </property>
  <property fmtid="{D5CDD505-2E9C-101B-9397-08002B2CF9AE}" pid="7" name="Slides">
    <vt:i4>1</vt:i4>
  </property>
  <property fmtid="{D5CDD505-2E9C-101B-9397-08002B2CF9AE}" pid="8" name="TemplateUrl">
    <vt:lpwstr/>
  </property>
  <property fmtid="{D5CDD505-2E9C-101B-9397-08002B2CF9AE}" pid="9" name="TriggerFlowInfo">
    <vt:lpwstr/>
  </property>
  <property fmtid="{D5CDD505-2E9C-101B-9397-08002B2CF9AE}" pid="10" name="_ExtendedDescription">
    <vt:lpwstr/>
  </property>
  <property fmtid="{D5CDD505-2E9C-101B-9397-08002B2CF9AE}" pid="11" name="_SharedFileIndex">
    <vt:lpwstr/>
  </property>
  <property fmtid="{D5CDD505-2E9C-101B-9397-08002B2CF9AE}" pid="12" name="_SourceUrl">
    <vt:lpwstr/>
  </property>
  <property fmtid="{D5CDD505-2E9C-101B-9397-08002B2CF9AE}" pid="13" name="xd_ProgID">
    <vt:lpwstr/>
  </property>
  <property fmtid="{D5CDD505-2E9C-101B-9397-08002B2CF9AE}" pid="14" name="xd_Signature">
    <vt:bool>0</vt:bool>
  </property>
</Properties>
</file>