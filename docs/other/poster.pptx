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6" r:id="rId5"/>
  </p:sldIdLst>
  <p:sldSz cx="21945600" cy="29260800"/>
  <p:notesSz cx="6858000" cy="9144000"/>
  <p:defaultTextStyle>
    <a:defPPr>
      <a:defRPr lang="en-US"/>
    </a:defPPr>
    <a:lvl1pPr algn="l" defTabSz="1939662" rtl="0" fontAlgn="base">
      <a:spcBef>
        <a:spcPct val="0"/>
      </a:spcBef>
      <a:spcAft>
        <a:spcPct val="0"/>
      </a:spcAft>
      <a:defRPr sz="3838" kern="1200">
        <a:solidFill>
          <a:schemeClr val="tx1"/>
        </a:solidFill>
        <a:latin typeface="Arial" charset="0"/>
        <a:ea typeface="+mn-ea"/>
        <a:cs typeface="+mn-cs"/>
      </a:defRPr>
    </a:lvl1pPr>
    <a:lvl2pPr marL="969831" indent="-686841" algn="l" defTabSz="1939662" rtl="0" fontAlgn="base">
      <a:spcBef>
        <a:spcPct val="0"/>
      </a:spcBef>
      <a:spcAft>
        <a:spcPct val="0"/>
      </a:spcAft>
      <a:defRPr sz="3838" kern="1200">
        <a:solidFill>
          <a:schemeClr val="tx1"/>
        </a:solidFill>
        <a:latin typeface="Arial" charset="0"/>
        <a:ea typeface="+mn-ea"/>
        <a:cs typeface="+mn-cs"/>
      </a:defRPr>
    </a:lvl2pPr>
    <a:lvl3pPr marL="1939662" indent="-1373682" algn="l" defTabSz="1939662" rtl="0" fontAlgn="base">
      <a:spcBef>
        <a:spcPct val="0"/>
      </a:spcBef>
      <a:spcAft>
        <a:spcPct val="0"/>
      </a:spcAft>
      <a:defRPr sz="3838" kern="1200">
        <a:solidFill>
          <a:schemeClr val="tx1"/>
        </a:solidFill>
        <a:latin typeface="Arial" charset="0"/>
        <a:ea typeface="+mn-ea"/>
        <a:cs typeface="+mn-cs"/>
      </a:defRPr>
    </a:lvl3pPr>
    <a:lvl4pPr marL="2910475" indent="-2061505" algn="l" defTabSz="1939662" rtl="0" fontAlgn="base">
      <a:spcBef>
        <a:spcPct val="0"/>
      </a:spcBef>
      <a:spcAft>
        <a:spcPct val="0"/>
      </a:spcAft>
      <a:defRPr sz="3838" kern="1200">
        <a:solidFill>
          <a:schemeClr val="tx1"/>
        </a:solidFill>
        <a:latin typeface="Arial" charset="0"/>
        <a:ea typeface="+mn-ea"/>
        <a:cs typeface="+mn-cs"/>
      </a:defRPr>
    </a:lvl4pPr>
    <a:lvl5pPr marL="3880306" indent="-2748346" algn="l" defTabSz="1939662" rtl="0" fontAlgn="base">
      <a:spcBef>
        <a:spcPct val="0"/>
      </a:spcBef>
      <a:spcAft>
        <a:spcPct val="0"/>
      </a:spcAft>
      <a:defRPr sz="3838" kern="1200">
        <a:solidFill>
          <a:schemeClr val="tx1"/>
        </a:solidFill>
        <a:latin typeface="Arial" charset="0"/>
        <a:ea typeface="+mn-ea"/>
        <a:cs typeface="+mn-cs"/>
      </a:defRPr>
    </a:lvl5pPr>
    <a:lvl6pPr marL="1414951" algn="l" defTabSz="565980" rtl="0" eaLnBrk="1" latinLnBrk="0" hangingPunct="1">
      <a:defRPr sz="3838" kern="1200">
        <a:solidFill>
          <a:schemeClr val="tx1"/>
        </a:solidFill>
        <a:latin typeface="Arial" charset="0"/>
        <a:ea typeface="+mn-ea"/>
        <a:cs typeface="+mn-cs"/>
      </a:defRPr>
    </a:lvl6pPr>
    <a:lvl7pPr marL="1697941" algn="l" defTabSz="565980" rtl="0" eaLnBrk="1" latinLnBrk="0" hangingPunct="1">
      <a:defRPr sz="3838" kern="1200">
        <a:solidFill>
          <a:schemeClr val="tx1"/>
        </a:solidFill>
        <a:latin typeface="Arial" charset="0"/>
        <a:ea typeface="+mn-ea"/>
        <a:cs typeface="+mn-cs"/>
      </a:defRPr>
    </a:lvl7pPr>
    <a:lvl8pPr marL="1980931" algn="l" defTabSz="565980" rtl="0" eaLnBrk="1" latinLnBrk="0" hangingPunct="1">
      <a:defRPr sz="3838" kern="1200">
        <a:solidFill>
          <a:schemeClr val="tx1"/>
        </a:solidFill>
        <a:latin typeface="Arial" charset="0"/>
        <a:ea typeface="+mn-ea"/>
        <a:cs typeface="+mn-cs"/>
      </a:defRPr>
    </a:lvl8pPr>
    <a:lvl9pPr marL="2263921" algn="l" defTabSz="565980" rtl="0" eaLnBrk="1" latinLnBrk="0" hangingPunct="1">
      <a:defRPr sz="3838"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216" userDrawn="1">
          <p15:clr>
            <a:srgbClr val="A4A3A4"/>
          </p15:clr>
        </p15:guide>
        <p15:guide id="2" pos="691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egoedek" initials="kdg"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4A4A"/>
    <a:srgbClr val="C8C8C8"/>
    <a:srgbClr val="3DB5E6"/>
    <a:srgbClr val="E1261C"/>
    <a:srgbClr val="004B87"/>
    <a:srgbClr val="3FB4E5"/>
    <a:srgbClr val="0A2240"/>
    <a:srgbClr val="004B98"/>
    <a:srgbClr val="101B2C"/>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948757-4433-F95A-DB73-47E54D824748}" v="850" dt="2025-12-12T01:45:36.980"/>
    <p1510:client id="{7F7B17F7-A383-9CE5-366E-D51BE649C0DE}" v="6" dt="2025-12-12T00:30:34.751"/>
    <p1510:client id="{D75F5725-CC26-F482-C346-F075C098FEF7}" v="1213" dt="2025-12-12T16:08:27.766"/>
    <p1510:client id="{F81DF582-C668-E107-8D96-F233A124E7B9}" v="549" dt="2025-12-12T15:29:52.9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9216"/>
        <p:guide pos="6912"/>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A0289FA-5C8D-47D8-9AF4-5913895D4286}" type="datetimeFigureOut">
              <a:rPr lang="en-US" smtClean="0"/>
              <a:pPr/>
              <a:t>12/12/2025</a:t>
            </a:fld>
            <a:endParaRPr lang="en-US"/>
          </a:p>
        </p:txBody>
      </p:sp>
      <p:sp>
        <p:nvSpPr>
          <p:cNvPr id="4" name="Slide Image Placeholder 3"/>
          <p:cNvSpPr>
            <a:spLocks noGrp="1" noRot="1" noChangeAspect="1"/>
          </p:cNvSpPr>
          <p:nvPr>
            <p:ph type="sldImg" idx="2"/>
          </p:nvPr>
        </p:nvSpPr>
        <p:spPr>
          <a:xfrm>
            <a:off x="2143125" y="685800"/>
            <a:ext cx="2571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6CD70C-2E8E-49A7-BA2C-C0D26D39C4C7}" type="slidenum">
              <a:rPr lang="en-US" smtClean="0"/>
              <a:pPr/>
              <a:t>‹#›</a:t>
            </a:fld>
            <a:endParaRPr lang="en-US"/>
          </a:p>
        </p:txBody>
      </p:sp>
    </p:spTree>
    <p:extLst>
      <p:ext uri="{BB962C8B-B14F-4D97-AF65-F5344CB8AC3E}">
        <p14:creationId xmlns:p14="http://schemas.microsoft.com/office/powerpoint/2010/main" val="620869821"/>
      </p:ext>
    </p:extLst>
  </p:cSld>
  <p:clrMap bg1="lt1" tx1="dk1" bg2="lt2" tx2="dk2" accent1="accent1" accent2="accent2" accent3="accent3" accent4="accent4" accent5="accent5" accent6="accent6" hlink="hlink" folHlink="folHlink"/>
  <p:notesStyle>
    <a:lvl1pPr marL="0" algn="l" defTabSz="566014" rtl="0" eaLnBrk="1" latinLnBrk="0" hangingPunct="1">
      <a:defRPr sz="743" kern="1200">
        <a:solidFill>
          <a:schemeClr val="tx1"/>
        </a:solidFill>
        <a:latin typeface="+mn-lt"/>
        <a:ea typeface="+mn-ea"/>
        <a:cs typeface="+mn-cs"/>
      </a:defRPr>
    </a:lvl1pPr>
    <a:lvl2pPr marL="283007" algn="l" defTabSz="566014" rtl="0" eaLnBrk="1" latinLnBrk="0" hangingPunct="1">
      <a:defRPr sz="743" kern="1200">
        <a:solidFill>
          <a:schemeClr val="tx1"/>
        </a:solidFill>
        <a:latin typeface="+mn-lt"/>
        <a:ea typeface="+mn-ea"/>
        <a:cs typeface="+mn-cs"/>
      </a:defRPr>
    </a:lvl2pPr>
    <a:lvl3pPr marL="566014" algn="l" defTabSz="566014" rtl="0" eaLnBrk="1" latinLnBrk="0" hangingPunct="1">
      <a:defRPr sz="743" kern="1200">
        <a:solidFill>
          <a:schemeClr val="tx1"/>
        </a:solidFill>
        <a:latin typeface="+mn-lt"/>
        <a:ea typeface="+mn-ea"/>
        <a:cs typeface="+mn-cs"/>
      </a:defRPr>
    </a:lvl3pPr>
    <a:lvl4pPr marL="849020" algn="l" defTabSz="566014" rtl="0" eaLnBrk="1" latinLnBrk="0" hangingPunct="1">
      <a:defRPr sz="743" kern="1200">
        <a:solidFill>
          <a:schemeClr val="tx1"/>
        </a:solidFill>
        <a:latin typeface="+mn-lt"/>
        <a:ea typeface="+mn-ea"/>
        <a:cs typeface="+mn-cs"/>
      </a:defRPr>
    </a:lvl4pPr>
    <a:lvl5pPr marL="1132027" algn="l" defTabSz="566014" rtl="0" eaLnBrk="1" latinLnBrk="0" hangingPunct="1">
      <a:defRPr sz="743" kern="1200">
        <a:solidFill>
          <a:schemeClr val="tx1"/>
        </a:solidFill>
        <a:latin typeface="+mn-lt"/>
        <a:ea typeface="+mn-ea"/>
        <a:cs typeface="+mn-cs"/>
      </a:defRPr>
    </a:lvl5pPr>
    <a:lvl6pPr marL="1415034" algn="l" defTabSz="566014" rtl="0" eaLnBrk="1" latinLnBrk="0" hangingPunct="1">
      <a:defRPr sz="743" kern="1200">
        <a:solidFill>
          <a:schemeClr val="tx1"/>
        </a:solidFill>
        <a:latin typeface="+mn-lt"/>
        <a:ea typeface="+mn-ea"/>
        <a:cs typeface="+mn-cs"/>
      </a:defRPr>
    </a:lvl6pPr>
    <a:lvl7pPr marL="1698041" algn="l" defTabSz="566014" rtl="0" eaLnBrk="1" latinLnBrk="0" hangingPunct="1">
      <a:defRPr sz="743" kern="1200">
        <a:solidFill>
          <a:schemeClr val="tx1"/>
        </a:solidFill>
        <a:latin typeface="+mn-lt"/>
        <a:ea typeface="+mn-ea"/>
        <a:cs typeface="+mn-cs"/>
      </a:defRPr>
    </a:lvl7pPr>
    <a:lvl8pPr marL="1981048" algn="l" defTabSz="566014" rtl="0" eaLnBrk="1" latinLnBrk="0" hangingPunct="1">
      <a:defRPr sz="743" kern="1200">
        <a:solidFill>
          <a:schemeClr val="tx1"/>
        </a:solidFill>
        <a:latin typeface="+mn-lt"/>
        <a:ea typeface="+mn-ea"/>
        <a:cs typeface="+mn-cs"/>
      </a:defRPr>
    </a:lvl8pPr>
    <a:lvl9pPr marL="2264054" algn="l" defTabSz="566014" rtl="0" eaLnBrk="1" latinLnBrk="0" hangingPunct="1">
      <a:defRPr sz="74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43125" y="685800"/>
            <a:ext cx="2571750" cy="3429000"/>
          </a:xfrm>
        </p:spPr>
      </p:sp>
      <p:sp>
        <p:nvSpPr>
          <p:cNvPr id="3" name="Notes Placeholder 2"/>
          <p:cNvSpPr>
            <a:spLocks noGrp="1"/>
          </p:cNvSpPr>
          <p:nvPr>
            <p:ph type="body" idx="1"/>
          </p:nvPr>
        </p:nvSpPr>
        <p:spPr/>
        <p:txBody>
          <a:bodyPr>
            <a:normAutofit/>
          </a:bodyPr>
          <a:lstStyle/>
          <a:p>
            <a:r>
              <a:rPr lang="en-US" sz="800">
                <a:solidFill>
                  <a:schemeClr val="bg1"/>
                </a:solidFill>
              </a:rPr>
              <a:t>Introduction. Include the student name, company name, internship location, internship position, and internship dates. Also note the course rubric and number, course title, and instructor(s). In addition, describe how you secured the internship.</a:t>
            </a:r>
          </a:p>
          <a:p>
            <a:r>
              <a:rPr lang="en-US" sz="800">
                <a:solidFill>
                  <a:schemeClr val="bg1"/>
                </a:solidFill>
              </a:rPr>
              <a:t>Abstract. The abstract should provide a concise summary of what was done and learned in the internship and the course.</a:t>
            </a:r>
          </a:p>
          <a:p>
            <a:r>
              <a:rPr lang="en-US" sz="800">
                <a:solidFill>
                  <a:schemeClr val="bg1"/>
                </a:solidFill>
              </a:rPr>
              <a:t>Learning Objectives. List 2 to 5 learning objectives that you had planned to achieve by completing the internship.</a:t>
            </a:r>
          </a:p>
          <a:p>
            <a:r>
              <a:rPr lang="en-US" sz="800">
                <a:solidFill>
                  <a:schemeClr val="bg1"/>
                </a:solidFill>
              </a:rPr>
              <a:t>Description of Key Responsibilities. Summarize the major responsibilities, activities, and project(s) completed during the internship.</a:t>
            </a:r>
          </a:p>
          <a:p>
            <a:r>
              <a:rPr lang="en-US" sz="800">
                <a:solidFill>
                  <a:schemeClr val="bg1"/>
                </a:solidFill>
              </a:rPr>
              <a:t>Application of VWU courses to the internship. Explain how your coursework  helped with the internship. Link relevant courses, theories, and concepts to their applications within the internship.</a:t>
            </a:r>
          </a:p>
          <a:p>
            <a:r>
              <a:rPr lang="en-US" sz="800">
                <a:solidFill>
                  <a:schemeClr val="bg1"/>
                </a:solidFill>
              </a:rPr>
              <a:t>Lessons Learned. Explain what you learned about the industry, the company, the career process, and yourself through the internship experience.</a:t>
            </a:r>
          </a:p>
          <a:p>
            <a:r>
              <a:rPr lang="en-US" sz="800">
                <a:solidFill>
                  <a:schemeClr val="bg1"/>
                </a:solidFill>
              </a:rPr>
              <a:t>Acknowledgements. Recognize the people who helped you, including the internship site supervisor, the course instructor, and mentors. Include full titles in the acknowledgements. In addition, acknowledge funding sources.</a:t>
            </a:r>
          </a:p>
          <a:p>
            <a:r>
              <a:rPr lang="en-US" sz="800">
                <a:solidFill>
                  <a:schemeClr val="bg1"/>
                </a:solidFill>
              </a:rPr>
              <a:t>Visuals. Incorporate visual aids to illustrate key points. Be sure to label all visuals. Include: names, dates, locations, and photographers. Do not include photographs of children unless you have secured approval from your site supervisor to use the children’s images.</a:t>
            </a:r>
          </a:p>
          <a:p>
            <a:endParaRPr lang="en-US"/>
          </a:p>
        </p:txBody>
      </p:sp>
      <p:sp>
        <p:nvSpPr>
          <p:cNvPr id="4" name="Slide Number Placeholder 3"/>
          <p:cNvSpPr>
            <a:spLocks noGrp="1"/>
          </p:cNvSpPr>
          <p:nvPr>
            <p:ph type="sldNum" sz="quarter" idx="10"/>
          </p:nvPr>
        </p:nvSpPr>
        <p:spPr/>
        <p:txBody>
          <a:bodyPr/>
          <a:lstStyle/>
          <a:p>
            <a:fld id="{FA6CD70C-2E8E-49A7-BA2C-C0D26D39C4C7}" type="slidenum">
              <a:rPr lang="en-US" smtClean="0"/>
              <a:pPr/>
              <a:t>1</a:t>
            </a:fld>
            <a:endParaRPr lang="en-US"/>
          </a:p>
        </p:txBody>
      </p:sp>
    </p:spTree>
    <p:extLst>
      <p:ext uri="{BB962C8B-B14F-4D97-AF65-F5344CB8AC3E}">
        <p14:creationId xmlns:p14="http://schemas.microsoft.com/office/powerpoint/2010/main" val="159076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9089819"/>
            <a:ext cx="18653760" cy="6272107"/>
          </a:xfrm>
        </p:spPr>
        <p:txBody>
          <a:bodyPr/>
          <a:lstStyle/>
          <a:p>
            <a:r>
              <a:rPr lang="en-US"/>
              <a:t>Click to edit Master title style</a:t>
            </a:r>
          </a:p>
        </p:txBody>
      </p:sp>
      <p:sp>
        <p:nvSpPr>
          <p:cNvPr id="3" name="Subtitle 2"/>
          <p:cNvSpPr>
            <a:spLocks noGrp="1"/>
          </p:cNvSpPr>
          <p:nvPr>
            <p:ph type="subTitle" idx="1"/>
          </p:nvPr>
        </p:nvSpPr>
        <p:spPr>
          <a:xfrm>
            <a:off x="3291840" y="16581120"/>
            <a:ext cx="15361920" cy="7477760"/>
          </a:xfrm>
        </p:spPr>
        <p:txBody>
          <a:bodyPr/>
          <a:lstStyle>
            <a:lvl1pPr marL="0" indent="0" algn="ctr">
              <a:buNone/>
              <a:defRPr>
                <a:solidFill>
                  <a:schemeClr val="tx1">
                    <a:tint val="75000"/>
                  </a:schemeClr>
                </a:solidFill>
              </a:defRPr>
            </a:lvl1pPr>
            <a:lvl2pPr marL="1175564" indent="0" algn="ctr">
              <a:buNone/>
              <a:defRPr>
                <a:solidFill>
                  <a:schemeClr val="tx1">
                    <a:tint val="75000"/>
                  </a:schemeClr>
                </a:solidFill>
              </a:defRPr>
            </a:lvl2pPr>
            <a:lvl3pPr marL="2351126" indent="0" algn="ctr">
              <a:buNone/>
              <a:defRPr>
                <a:solidFill>
                  <a:schemeClr val="tx1">
                    <a:tint val="75000"/>
                  </a:schemeClr>
                </a:solidFill>
              </a:defRPr>
            </a:lvl3pPr>
            <a:lvl4pPr marL="3526691" indent="0" algn="ctr">
              <a:buNone/>
              <a:defRPr>
                <a:solidFill>
                  <a:schemeClr val="tx1">
                    <a:tint val="75000"/>
                  </a:schemeClr>
                </a:solidFill>
              </a:defRPr>
            </a:lvl4pPr>
            <a:lvl5pPr marL="4702254" indent="0" algn="ctr">
              <a:buNone/>
              <a:defRPr>
                <a:solidFill>
                  <a:schemeClr val="tx1">
                    <a:tint val="75000"/>
                  </a:schemeClr>
                </a:solidFill>
              </a:defRPr>
            </a:lvl5pPr>
            <a:lvl6pPr marL="5877818" indent="0" algn="ctr">
              <a:buNone/>
              <a:defRPr>
                <a:solidFill>
                  <a:schemeClr val="tx1">
                    <a:tint val="75000"/>
                  </a:schemeClr>
                </a:solidFill>
              </a:defRPr>
            </a:lvl6pPr>
            <a:lvl7pPr marL="7053381" indent="0" algn="ctr">
              <a:buNone/>
              <a:defRPr>
                <a:solidFill>
                  <a:schemeClr val="tx1">
                    <a:tint val="75000"/>
                  </a:schemeClr>
                </a:solidFill>
              </a:defRPr>
            </a:lvl7pPr>
            <a:lvl8pPr marL="8228945" indent="0" algn="ctr">
              <a:buNone/>
              <a:defRPr>
                <a:solidFill>
                  <a:schemeClr val="tx1">
                    <a:tint val="75000"/>
                  </a:schemeClr>
                </a:solidFill>
              </a:defRPr>
            </a:lvl8pPr>
            <a:lvl9pPr marL="9404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029158D-6B6E-4D78-93B6-6920100973F3}"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271CC3F-1E9C-4E57-919F-E376A2C7E02A}"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55D4687-38C3-4531-A6E9-6AB865D6205A}"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23B9CE4-6753-42B8-8F48-A6E97CD40130}"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33552" y="18802776"/>
            <a:ext cx="18653760" cy="5811520"/>
          </a:xfrm>
        </p:spPr>
        <p:txBody>
          <a:bodyPr anchor="t"/>
          <a:lstStyle>
            <a:lvl1pPr algn="l">
              <a:defRPr sz="10275" b="1" cap="all"/>
            </a:lvl1pPr>
          </a:lstStyle>
          <a:p>
            <a:r>
              <a:rPr lang="en-US"/>
              <a:t>Click to edit Master title style</a:t>
            </a:r>
          </a:p>
        </p:txBody>
      </p:sp>
      <p:sp>
        <p:nvSpPr>
          <p:cNvPr id="3" name="Text Placeholder 2"/>
          <p:cNvSpPr>
            <a:spLocks noGrp="1"/>
          </p:cNvSpPr>
          <p:nvPr>
            <p:ph type="body" idx="1"/>
          </p:nvPr>
        </p:nvSpPr>
        <p:spPr>
          <a:xfrm>
            <a:off x="1733552" y="12401979"/>
            <a:ext cx="18653760" cy="6400797"/>
          </a:xfrm>
        </p:spPr>
        <p:txBody>
          <a:bodyPr anchor="b"/>
          <a:lstStyle>
            <a:lvl1pPr marL="0" indent="0">
              <a:buNone/>
              <a:defRPr sz="5175">
                <a:solidFill>
                  <a:schemeClr val="tx1">
                    <a:tint val="75000"/>
                  </a:schemeClr>
                </a:solidFill>
              </a:defRPr>
            </a:lvl1pPr>
            <a:lvl2pPr marL="1175564" indent="0">
              <a:buNone/>
              <a:defRPr sz="4650">
                <a:solidFill>
                  <a:schemeClr val="tx1">
                    <a:tint val="75000"/>
                  </a:schemeClr>
                </a:solidFill>
              </a:defRPr>
            </a:lvl2pPr>
            <a:lvl3pPr marL="2351126" indent="0">
              <a:buNone/>
              <a:defRPr sz="4125">
                <a:solidFill>
                  <a:schemeClr val="tx1">
                    <a:tint val="75000"/>
                  </a:schemeClr>
                </a:solidFill>
              </a:defRPr>
            </a:lvl3pPr>
            <a:lvl4pPr marL="3526691" indent="0">
              <a:buNone/>
              <a:defRPr sz="3600">
                <a:solidFill>
                  <a:schemeClr val="tx1">
                    <a:tint val="75000"/>
                  </a:schemeClr>
                </a:solidFill>
              </a:defRPr>
            </a:lvl4pPr>
            <a:lvl5pPr marL="4702254" indent="0">
              <a:buNone/>
              <a:defRPr sz="3600">
                <a:solidFill>
                  <a:schemeClr val="tx1">
                    <a:tint val="75000"/>
                  </a:schemeClr>
                </a:solidFill>
              </a:defRPr>
            </a:lvl5pPr>
            <a:lvl6pPr marL="5877818" indent="0">
              <a:buNone/>
              <a:defRPr sz="3600">
                <a:solidFill>
                  <a:schemeClr val="tx1">
                    <a:tint val="75000"/>
                  </a:schemeClr>
                </a:solidFill>
              </a:defRPr>
            </a:lvl6pPr>
            <a:lvl7pPr marL="7053381" indent="0">
              <a:buNone/>
              <a:defRPr sz="3600">
                <a:solidFill>
                  <a:schemeClr val="tx1">
                    <a:tint val="75000"/>
                  </a:schemeClr>
                </a:solidFill>
              </a:defRPr>
            </a:lvl7pPr>
            <a:lvl8pPr marL="8228945" indent="0">
              <a:buNone/>
              <a:defRPr sz="3600">
                <a:solidFill>
                  <a:schemeClr val="tx1">
                    <a:tint val="75000"/>
                  </a:schemeClr>
                </a:solidFill>
              </a:defRPr>
            </a:lvl8pPr>
            <a:lvl9pPr marL="9404509" indent="0">
              <a:buNone/>
              <a:defRPr sz="3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DCD13D2-FBB1-4B8B-914B-8F8D5039E153}"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04BDD1B-1EA8-45BB-B9D7-5F8C734133B5}"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950973" y="21850776"/>
            <a:ext cx="35368228"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684966" y="21850776"/>
            <a:ext cx="35368232"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88D31E0E-49E0-4EB1-9190-AEA9D3D452E8}" type="datetimeFigureOut">
              <a:rPr lang="en-US"/>
              <a:pPr>
                <a:defRPr/>
              </a:pPr>
              <a:t>12/12/2025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E52B582-4A62-433E-96E7-8A568324CB4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71789"/>
            <a:ext cx="19751040" cy="48768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097281" y="6549816"/>
            <a:ext cx="9696452"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4" name="Content Placeholder 3"/>
          <p:cNvSpPr>
            <a:spLocks noGrp="1"/>
          </p:cNvSpPr>
          <p:nvPr>
            <p:ph sz="half" idx="2"/>
          </p:nvPr>
        </p:nvSpPr>
        <p:spPr>
          <a:xfrm>
            <a:off x="1097281" y="9279467"/>
            <a:ext cx="9696452"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1148066" y="6549816"/>
            <a:ext cx="9700261"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6" name="Content Placeholder 5"/>
          <p:cNvSpPr>
            <a:spLocks noGrp="1"/>
          </p:cNvSpPr>
          <p:nvPr>
            <p:ph sz="quarter" idx="4"/>
          </p:nvPr>
        </p:nvSpPr>
        <p:spPr>
          <a:xfrm>
            <a:off x="11148066" y="9279467"/>
            <a:ext cx="9700261"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4469AA2-567D-48F6-8009-8243608F5154}" type="datetimeFigureOut">
              <a:rPr lang="en-US"/>
              <a:pPr>
                <a:defRPr/>
              </a:pPr>
              <a:t>12/12/2025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DEDECC6-D58F-4345-B1DF-D7F522F33F7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FF9B013C-FA7E-4D5F-8D61-C9AF5DBE162E}" type="datetimeFigureOut">
              <a:rPr lang="en-US"/>
              <a:pPr>
                <a:defRPr/>
              </a:pPr>
              <a:t>12/12/2025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97A674F3-3B5E-4B1C-BBE0-3592E8C42161}"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09ED3E8-711D-4817-B45E-BDB8BE0A7238}" type="datetimeFigureOut">
              <a:rPr lang="en-US"/>
              <a:pPr>
                <a:defRPr/>
              </a:pPr>
              <a:t>12/12/2025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5544818-5BB0-475F-B3FB-6E5EC34FCC4D}"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5" y="1165013"/>
            <a:ext cx="7219952" cy="4958080"/>
          </a:xfrm>
        </p:spPr>
        <p:txBody>
          <a:bodyPr anchor="b"/>
          <a:lstStyle>
            <a:lvl1pPr algn="l">
              <a:defRPr sz="5175" b="1"/>
            </a:lvl1pPr>
          </a:lstStyle>
          <a:p>
            <a:r>
              <a:rPr lang="en-US"/>
              <a:t>Click to edit Master title style</a:t>
            </a:r>
          </a:p>
        </p:txBody>
      </p:sp>
      <p:sp>
        <p:nvSpPr>
          <p:cNvPr id="3" name="Content Placeholder 2"/>
          <p:cNvSpPr>
            <a:spLocks noGrp="1"/>
          </p:cNvSpPr>
          <p:nvPr>
            <p:ph idx="1"/>
          </p:nvPr>
        </p:nvSpPr>
        <p:spPr>
          <a:xfrm>
            <a:off x="8580121" y="1165016"/>
            <a:ext cx="12268200" cy="24973283"/>
          </a:xfrm>
        </p:spPr>
        <p:txBody>
          <a:bodyPr/>
          <a:lstStyle>
            <a:lvl1pPr>
              <a:defRPr sz="8250"/>
            </a:lvl1pPr>
            <a:lvl2pPr>
              <a:defRPr sz="7200"/>
            </a:lvl2pPr>
            <a:lvl3pPr>
              <a:defRPr sz="6150"/>
            </a:lvl3pPr>
            <a:lvl4pPr>
              <a:defRPr sz="5175"/>
            </a:lvl4pPr>
            <a:lvl5pPr>
              <a:defRPr sz="5175"/>
            </a:lvl5pPr>
            <a:lvl6pPr>
              <a:defRPr sz="5175"/>
            </a:lvl6pPr>
            <a:lvl7pPr>
              <a:defRPr sz="5175"/>
            </a:lvl7pPr>
            <a:lvl8pPr>
              <a:defRPr sz="5175"/>
            </a:lvl8pPr>
            <a:lvl9pPr>
              <a:defRPr sz="51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097285" y="6123096"/>
            <a:ext cx="7219952" cy="20015203"/>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7296447-A170-413D-B320-9948716ECEDA}" type="datetimeFigureOut">
              <a:rPr lang="en-US"/>
              <a:pPr>
                <a:defRPr/>
              </a:pPr>
              <a:t>12/12/2025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84302A0-9B03-431D-8599-98F4424EF77F}"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301492" y="20482560"/>
            <a:ext cx="13167360" cy="2418083"/>
          </a:xfrm>
        </p:spPr>
        <p:txBody>
          <a:bodyPr anchor="b"/>
          <a:lstStyle>
            <a:lvl1pPr algn="l">
              <a:defRPr sz="5175" b="1"/>
            </a:lvl1pPr>
          </a:lstStyle>
          <a:p>
            <a:r>
              <a:rPr lang="en-US"/>
              <a:t>Click to edit Master title style</a:t>
            </a:r>
          </a:p>
        </p:txBody>
      </p:sp>
      <p:sp>
        <p:nvSpPr>
          <p:cNvPr id="3" name="Picture Placeholder 2"/>
          <p:cNvSpPr>
            <a:spLocks noGrp="1"/>
          </p:cNvSpPr>
          <p:nvPr>
            <p:ph type="pic" idx="1"/>
          </p:nvPr>
        </p:nvSpPr>
        <p:spPr>
          <a:xfrm>
            <a:off x="4301492" y="2614507"/>
            <a:ext cx="13167360" cy="17556480"/>
          </a:xfrm>
        </p:spPr>
        <p:txBody>
          <a:bodyPr rtlCol="0">
            <a:normAutofit/>
          </a:bodyPr>
          <a:lstStyle>
            <a:lvl1pPr marL="0" indent="0">
              <a:buNone/>
              <a:defRPr sz="8250"/>
            </a:lvl1pPr>
            <a:lvl2pPr marL="1175564" indent="0">
              <a:buNone/>
              <a:defRPr sz="7200"/>
            </a:lvl2pPr>
            <a:lvl3pPr marL="2351126" indent="0">
              <a:buNone/>
              <a:defRPr sz="6150"/>
            </a:lvl3pPr>
            <a:lvl4pPr marL="3526691" indent="0">
              <a:buNone/>
              <a:defRPr sz="5175"/>
            </a:lvl4pPr>
            <a:lvl5pPr marL="4702254" indent="0">
              <a:buNone/>
              <a:defRPr sz="5175"/>
            </a:lvl5pPr>
            <a:lvl6pPr marL="5877818" indent="0">
              <a:buNone/>
              <a:defRPr sz="5175"/>
            </a:lvl6pPr>
            <a:lvl7pPr marL="7053381" indent="0">
              <a:buNone/>
              <a:defRPr sz="5175"/>
            </a:lvl7pPr>
            <a:lvl8pPr marL="8228945" indent="0">
              <a:buNone/>
              <a:defRPr sz="5175"/>
            </a:lvl8pPr>
            <a:lvl9pPr marL="9404509" indent="0">
              <a:buNone/>
              <a:defRPr sz="5175"/>
            </a:lvl9pPr>
          </a:lstStyle>
          <a:p>
            <a:pPr lvl="0"/>
            <a:endParaRPr lang="en-US" noProof="0"/>
          </a:p>
        </p:txBody>
      </p:sp>
      <p:sp>
        <p:nvSpPr>
          <p:cNvPr id="4" name="Text Placeholder 3"/>
          <p:cNvSpPr>
            <a:spLocks noGrp="1"/>
          </p:cNvSpPr>
          <p:nvPr>
            <p:ph type="body" sz="half" idx="2"/>
          </p:nvPr>
        </p:nvSpPr>
        <p:spPr>
          <a:xfrm>
            <a:off x="4301492" y="22900643"/>
            <a:ext cx="13167360" cy="3434077"/>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41B37A0-EBDB-499C-B079-B872E0BCD037}" type="datetimeFigureOut">
              <a:rPr lang="en-US"/>
              <a:pPr>
                <a:defRPr/>
              </a:pPr>
              <a:t>12/12/2025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65931EA-95DA-4C86-8309-92135ED4E5A9}"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F731B38-D9A0-43AB-B1CD-20127BEF1F38}"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E91FA70-FEAA-44B9-BD3A-08B5307AAE28}"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7279541" y="3752429"/>
            <a:ext cx="17773652" cy="7989146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950977" y="3752429"/>
            <a:ext cx="52962809" cy="7989146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44B600C-B717-4D7C-9D39-7828C8496CC7}"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642E031-644C-440F-864D-7B6C22A00FD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1097496" y="1172634"/>
            <a:ext cx="19750616" cy="4876800"/>
          </a:xfrm>
          <a:prstGeom prst="rect">
            <a:avLst/>
          </a:prstGeom>
          <a:noFill/>
          <a:ln w="9525">
            <a:noFill/>
            <a:miter lim="800000"/>
            <a:headEnd/>
            <a:tailEnd/>
          </a:ln>
        </p:spPr>
        <p:txBody>
          <a:bodyPr vert="horz" wrap="square" lIns="313484" tIns="156742" rIns="313484" bIns="156742"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1097496" y="6828371"/>
            <a:ext cx="19750616" cy="19310350"/>
          </a:xfrm>
          <a:prstGeom prst="rect">
            <a:avLst/>
          </a:prstGeom>
          <a:noFill/>
          <a:ln w="9525">
            <a:noFill/>
            <a:miter lim="800000"/>
            <a:headEnd/>
            <a:tailEnd/>
          </a:ln>
        </p:spPr>
        <p:txBody>
          <a:bodyPr vert="horz" wrap="square" lIns="313484" tIns="156742" rIns="313484" bIns="156742"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097497" y="27120854"/>
            <a:ext cx="5120216" cy="1557867"/>
          </a:xfrm>
          <a:prstGeom prst="rect">
            <a:avLst/>
          </a:prstGeom>
        </p:spPr>
        <p:txBody>
          <a:bodyPr vert="horz" lIns="313484" tIns="156742" rIns="313484" bIns="156742" rtlCol="0" anchor="ctr"/>
          <a:lstStyle>
            <a:lvl1pPr algn="l" defTabSz="2351126" fontAlgn="auto">
              <a:spcBef>
                <a:spcPts val="0"/>
              </a:spcBef>
              <a:spcAft>
                <a:spcPts val="0"/>
              </a:spcAft>
              <a:defRPr sz="3075" smtClean="0">
                <a:solidFill>
                  <a:schemeClr val="tx1">
                    <a:tint val="75000"/>
                  </a:schemeClr>
                </a:solidFill>
                <a:latin typeface="+mn-lt"/>
              </a:defRPr>
            </a:lvl1pPr>
          </a:lstStyle>
          <a:p>
            <a:pPr>
              <a:defRPr/>
            </a:pPr>
            <a:fld id="{E4249E2F-93C5-4F0F-9D68-3A335F34E8E1}" type="datetimeFigureOut">
              <a:rPr lang="en-US"/>
              <a:pPr>
                <a:defRPr/>
              </a:pPr>
              <a:t>12/12/2025</a:t>
            </a:fld>
            <a:endParaRPr lang="en-US"/>
          </a:p>
        </p:txBody>
      </p:sp>
      <p:sp>
        <p:nvSpPr>
          <p:cNvPr id="5" name="Footer Placeholder 4"/>
          <p:cNvSpPr>
            <a:spLocks noGrp="1"/>
          </p:cNvSpPr>
          <p:nvPr>
            <p:ph type="ftr" sz="quarter" idx="3"/>
          </p:nvPr>
        </p:nvSpPr>
        <p:spPr>
          <a:xfrm>
            <a:off x="7498296" y="27120854"/>
            <a:ext cx="6949016" cy="1557867"/>
          </a:xfrm>
          <a:prstGeom prst="rect">
            <a:avLst/>
          </a:prstGeom>
        </p:spPr>
        <p:txBody>
          <a:bodyPr vert="horz" lIns="313484" tIns="156742" rIns="313484" bIns="156742" rtlCol="0" anchor="ctr"/>
          <a:lstStyle>
            <a:lvl1pPr algn="ctr" defTabSz="2351126" fontAlgn="auto">
              <a:spcBef>
                <a:spcPts val="0"/>
              </a:spcBef>
              <a:spcAft>
                <a:spcPts val="0"/>
              </a:spcAft>
              <a:defRPr sz="3075">
                <a:solidFill>
                  <a:schemeClr val="tx1">
                    <a:tint val="75000"/>
                  </a:schemeClr>
                </a:solidFill>
                <a:latin typeface="+mn-lt"/>
              </a:defRPr>
            </a:lvl1pPr>
          </a:lstStyle>
          <a:p>
            <a:pPr>
              <a:defRPr/>
            </a:pPr>
            <a:endParaRPr lang="en-US"/>
          </a:p>
        </p:txBody>
      </p:sp>
      <p:sp>
        <p:nvSpPr>
          <p:cNvPr id="6" name="Slide Number Placeholder 5"/>
          <p:cNvSpPr>
            <a:spLocks noGrp="1"/>
          </p:cNvSpPr>
          <p:nvPr>
            <p:ph type="sldNum" sz="quarter" idx="4"/>
          </p:nvPr>
        </p:nvSpPr>
        <p:spPr>
          <a:xfrm>
            <a:off x="15727897" y="27120854"/>
            <a:ext cx="5120216" cy="1557867"/>
          </a:xfrm>
          <a:prstGeom prst="rect">
            <a:avLst/>
          </a:prstGeom>
        </p:spPr>
        <p:txBody>
          <a:bodyPr vert="horz" lIns="313484" tIns="156742" rIns="313484" bIns="156742" rtlCol="0" anchor="ctr"/>
          <a:lstStyle>
            <a:lvl1pPr algn="r" defTabSz="2351126" fontAlgn="auto">
              <a:spcBef>
                <a:spcPts val="0"/>
              </a:spcBef>
              <a:spcAft>
                <a:spcPts val="0"/>
              </a:spcAft>
              <a:defRPr sz="3075" smtClean="0">
                <a:solidFill>
                  <a:schemeClr val="tx1">
                    <a:tint val="75000"/>
                  </a:schemeClr>
                </a:solidFill>
                <a:latin typeface="+mn-lt"/>
              </a:defRPr>
            </a:lvl1pPr>
          </a:lstStyle>
          <a:p>
            <a:pPr>
              <a:defRPr/>
            </a:pPr>
            <a:fld id="{3C933A6A-8CCD-439B-A34C-FE1C8C4C61C7}" type="slidenum">
              <a:rPr lang="en-US"/>
              <a:pPr>
                <a:defRPr/>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350156" rtl="0" fontAlgn="base">
        <a:spcBef>
          <a:spcPct val="0"/>
        </a:spcBef>
        <a:spcAft>
          <a:spcPct val="0"/>
        </a:spcAft>
        <a:defRPr sz="11325" kern="1200">
          <a:solidFill>
            <a:schemeClr val="tx1"/>
          </a:solidFill>
          <a:latin typeface="+mj-lt"/>
          <a:ea typeface="+mj-ea"/>
          <a:cs typeface="+mj-cs"/>
        </a:defRPr>
      </a:lvl1pPr>
      <a:lvl2pPr algn="ctr" defTabSz="2350156" rtl="0" fontAlgn="base">
        <a:spcBef>
          <a:spcPct val="0"/>
        </a:spcBef>
        <a:spcAft>
          <a:spcPct val="0"/>
        </a:spcAft>
        <a:defRPr sz="11325">
          <a:solidFill>
            <a:schemeClr val="tx1"/>
          </a:solidFill>
          <a:latin typeface="Calibri" pitchFamily="34" charset="0"/>
        </a:defRPr>
      </a:lvl2pPr>
      <a:lvl3pPr algn="ctr" defTabSz="2350156" rtl="0" fontAlgn="base">
        <a:spcBef>
          <a:spcPct val="0"/>
        </a:spcBef>
        <a:spcAft>
          <a:spcPct val="0"/>
        </a:spcAft>
        <a:defRPr sz="11325">
          <a:solidFill>
            <a:schemeClr val="tx1"/>
          </a:solidFill>
          <a:latin typeface="Calibri" pitchFamily="34" charset="0"/>
        </a:defRPr>
      </a:lvl3pPr>
      <a:lvl4pPr algn="ctr" defTabSz="2350156" rtl="0" fontAlgn="base">
        <a:spcBef>
          <a:spcPct val="0"/>
        </a:spcBef>
        <a:spcAft>
          <a:spcPct val="0"/>
        </a:spcAft>
        <a:defRPr sz="11325">
          <a:solidFill>
            <a:schemeClr val="tx1"/>
          </a:solidFill>
          <a:latin typeface="Calibri" pitchFamily="34" charset="0"/>
        </a:defRPr>
      </a:lvl4pPr>
      <a:lvl5pPr algn="ctr" defTabSz="2350156" rtl="0" fontAlgn="base">
        <a:spcBef>
          <a:spcPct val="0"/>
        </a:spcBef>
        <a:spcAft>
          <a:spcPct val="0"/>
        </a:spcAft>
        <a:defRPr sz="11325">
          <a:solidFill>
            <a:schemeClr val="tx1"/>
          </a:solidFill>
          <a:latin typeface="Calibri" pitchFamily="34" charset="0"/>
        </a:defRPr>
      </a:lvl5pPr>
      <a:lvl6pPr marL="342880" algn="ctr" defTabSz="2350156" rtl="0" fontAlgn="base">
        <a:spcBef>
          <a:spcPct val="0"/>
        </a:spcBef>
        <a:spcAft>
          <a:spcPct val="0"/>
        </a:spcAft>
        <a:defRPr sz="11325">
          <a:solidFill>
            <a:schemeClr val="tx1"/>
          </a:solidFill>
          <a:latin typeface="Calibri" pitchFamily="34" charset="0"/>
        </a:defRPr>
      </a:lvl6pPr>
      <a:lvl7pPr marL="685760" algn="ctr" defTabSz="2350156" rtl="0" fontAlgn="base">
        <a:spcBef>
          <a:spcPct val="0"/>
        </a:spcBef>
        <a:spcAft>
          <a:spcPct val="0"/>
        </a:spcAft>
        <a:defRPr sz="11325">
          <a:solidFill>
            <a:schemeClr val="tx1"/>
          </a:solidFill>
          <a:latin typeface="Calibri" pitchFamily="34" charset="0"/>
        </a:defRPr>
      </a:lvl7pPr>
      <a:lvl8pPr marL="1028640" algn="ctr" defTabSz="2350156" rtl="0" fontAlgn="base">
        <a:spcBef>
          <a:spcPct val="0"/>
        </a:spcBef>
        <a:spcAft>
          <a:spcPct val="0"/>
        </a:spcAft>
        <a:defRPr sz="11325">
          <a:solidFill>
            <a:schemeClr val="tx1"/>
          </a:solidFill>
          <a:latin typeface="Calibri" pitchFamily="34" charset="0"/>
        </a:defRPr>
      </a:lvl8pPr>
      <a:lvl9pPr marL="1371519" algn="ctr" defTabSz="2350156" rtl="0" fontAlgn="base">
        <a:spcBef>
          <a:spcPct val="0"/>
        </a:spcBef>
        <a:spcAft>
          <a:spcPct val="0"/>
        </a:spcAft>
        <a:defRPr sz="11325">
          <a:solidFill>
            <a:schemeClr val="tx1"/>
          </a:solidFill>
          <a:latin typeface="Calibri" pitchFamily="34" charset="0"/>
        </a:defRPr>
      </a:lvl9pPr>
    </p:titleStyle>
    <p:bodyStyle>
      <a:lvl1pPr marL="881011" indent="-881011" algn="l" defTabSz="2350156" rtl="0" fontAlgn="base">
        <a:spcBef>
          <a:spcPct val="20000"/>
        </a:spcBef>
        <a:spcAft>
          <a:spcPct val="0"/>
        </a:spcAft>
        <a:buFont typeface="Arial" charset="0"/>
        <a:buChar char="•"/>
        <a:defRPr sz="8250" kern="1200">
          <a:solidFill>
            <a:schemeClr val="tx1"/>
          </a:solidFill>
          <a:latin typeface="+mn-lt"/>
          <a:ea typeface="+mn-ea"/>
          <a:cs typeface="+mn-cs"/>
        </a:defRPr>
      </a:lvl1pPr>
      <a:lvl2pPr marL="1909650" indent="-734573" algn="l" defTabSz="2350156" rtl="0" fontAlgn="base">
        <a:spcBef>
          <a:spcPct val="20000"/>
        </a:spcBef>
        <a:spcAft>
          <a:spcPct val="0"/>
        </a:spcAft>
        <a:buFont typeface="Arial" charset="0"/>
        <a:buChar char="–"/>
        <a:defRPr sz="7200" kern="1200">
          <a:solidFill>
            <a:schemeClr val="tx1"/>
          </a:solidFill>
          <a:latin typeface="+mn-lt"/>
          <a:ea typeface="+mn-ea"/>
          <a:cs typeface="+mn-cs"/>
        </a:defRPr>
      </a:lvl2pPr>
      <a:lvl3pPr marL="2938289" indent="-586944" algn="l" defTabSz="2350156" rtl="0" fontAlgn="base">
        <a:spcBef>
          <a:spcPct val="20000"/>
        </a:spcBef>
        <a:spcAft>
          <a:spcPct val="0"/>
        </a:spcAft>
        <a:buFont typeface="Arial" charset="0"/>
        <a:buChar char="•"/>
        <a:defRPr sz="6150" kern="1200">
          <a:solidFill>
            <a:schemeClr val="tx1"/>
          </a:solidFill>
          <a:latin typeface="+mn-lt"/>
          <a:ea typeface="+mn-ea"/>
          <a:cs typeface="+mn-cs"/>
        </a:defRPr>
      </a:lvl3pPr>
      <a:lvl4pPr marL="4113368"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4pPr>
      <a:lvl5pPr marL="5289636"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5pPr>
      <a:lvl6pPr marL="6465599"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6pPr>
      <a:lvl7pPr marL="7641163"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7pPr>
      <a:lvl8pPr marL="8816727"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8pPr>
      <a:lvl9pPr marL="9992291"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9pPr>
    </p:bodyStyle>
    <p:otherStyle>
      <a:defPPr>
        <a:defRPr lang="en-US"/>
      </a:defPPr>
      <a:lvl1pPr marL="0" algn="l" defTabSz="2351126" rtl="0" eaLnBrk="1" latinLnBrk="0" hangingPunct="1">
        <a:defRPr sz="4650" kern="1200">
          <a:solidFill>
            <a:schemeClr val="tx1"/>
          </a:solidFill>
          <a:latin typeface="+mn-lt"/>
          <a:ea typeface="+mn-ea"/>
          <a:cs typeface="+mn-cs"/>
        </a:defRPr>
      </a:lvl1pPr>
      <a:lvl2pPr marL="1175564" algn="l" defTabSz="2351126" rtl="0" eaLnBrk="1" latinLnBrk="0" hangingPunct="1">
        <a:defRPr sz="4650" kern="1200">
          <a:solidFill>
            <a:schemeClr val="tx1"/>
          </a:solidFill>
          <a:latin typeface="+mn-lt"/>
          <a:ea typeface="+mn-ea"/>
          <a:cs typeface="+mn-cs"/>
        </a:defRPr>
      </a:lvl2pPr>
      <a:lvl3pPr marL="2351126" algn="l" defTabSz="2351126" rtl="0" eaLnBrk="1" latinLnBrk="0" hangingPunct="1">
        <a:defRPr sz="4650" kern="1200">
          <a:solidFill>
            <a:schemeClr val="tx1"/>
          </a:solidFill>
          <a:latin typeface="+mn-lt"/>
          <a:ea typeface="+mn-ea"/>
          <a:cs typeface="+mn-cs"/>
        </a:defRPr>
      </a:lvl3pPr>
      <a:lvl4pPr marL="3526691" algn="l" defTabSz="2351126" rtl="0" eaLnBrk="1" latinLnBrk="0" hangingPunct="1">
        <a:defRPr sz="4650" kern="1200">
          <a:solidFill>
            <a:schemeClr val="tx1"/>
          </a:solidFill>
          <a:latin typeface="+mn-lt"/>
          <a:ea typeface="+mn-ea"/>
          <a:cs typeface="+mn-cs"/>
        </a:defRPr>
      </a:lvl4pPr>
      <a:lvl5pPr marL="4702254" algn="l" defTabSz="2351126" rtl="0" eaLnBrk="1" latinLnBrk="0" hangingPunct="1">
        <a:defRPr sz="4650" kern="1200">
          <a:solidFill>
            <a:schemeClr val="tx1"/>
          </a:solidFill>
          <a:latin typeface="+mn-lt"/>
          <a:ea typeface="+mn-ea"/>
          <a:cs typeface="+mn-cs"/>
        </a:defRPr>
      </a:lvl5pPr>
      <a:lvl6pPr marL="5877818" algn="l" defTabSz="2351126" rtl="0" eaLnBrk="1" latinLnBrk="0" hangingPunct="1">
        <a:defRPr sz="4650" kern="1200">
          <a:solidFill>
            <a:schemeClr val="tx1"/>
          </a:solidFill>
          <a:latin typeface="+mn-lt"/>
          <a:ea typeface="+mn-ea"/>
          <a:cs typeface="+mn-cs"/>
        </a:defRPr>
      </a:lvl6pPr>
      <a:lvl7pPr marL="7053381" algn="l" defTabSz="2351126" rtl="0" eaLnBrk="1" latinLnBrk="0" hangingPunct="1">
        <a:defRPr sz="4650" kern="1200">
          <a:solidFill>
            <a:schemeClr val="tx1"/>
          </a:solidFill>
          <a:latin typeface="+mn-lt"/>
          <a:ea typeface="+mn-ea"/>
          <a:cs typeface="+mn-cs"/>
        </a:defRPr>
      </a:lvl7pPr>
      <a:lvl8pPr marL="8228945" algn="l" defTabSz="2351126" rtl="0" eaLnBrk="1" latinLnBrk="0" hangingPunct="1">
        <a:defRPr sz="4650" kern="1200">
          <a:solidFill>
            <a:schemeClr val="tx1"/>
          </a:solidFill>
          <a:latin typeface="+mn-lt"/>
          <a:ea typeface="+mn-ea"/>
          <a:cs typeface="+mn-cs"/>
        </a:defRPr>
      </a:lvl8pPr>
      <a:lvl9pPr marL="9404509" algn="l" defTabSz="2351126" rtl="0" eaLnBrk="1" latinLnBrk="0" hangingPunct="1">
        <a:defRPr sz="46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schemeClr>
        </a:solidFill>
        <a:effectLst/>
      </p:bgPr>
    </p:bg>
    <p:spTree>
      <p:nvGrpSpPr>
        <p:cNvPr id="1" name=""/>
        <p:cNvGrpSpPr/>
        <p:nvPr/>
      </p:nvGrpSpPr>
      <p:grpSpPr>
        <a:xfrm>
          <a:off x="0" y="0"/>
          <a:ext cx="0" cy="0"/>
          <a:chOff x="0" y="0"/>
          <a:chExt cx="0" cy="0"/>
        </a:xfrm>
      </p:grpSpPr>
      <p:sp>
        <p:nvSpPr>
          <p:cNvPr id="19" name="Rounded Rectangle 7">
            <a:extLst>
              <a:ext uri="{FF2B5EF4-FFF2-40B4-BE49-F238E27FC236}">
                <a16:creationId xmlns:a16="http://schemas.microsoft.com/office/drawing/2014/main" id="{45EFA5E1-D358-798D-6A39-DB625C4FB17F}"/>
              </a:ext>
            </a:extLst>
          </p:cNvPr>
          <p:cNvSpPr/>
          <p:nvPr/>
        </p:nvSpPr>
        <p:spPr>
          <a:xfrm>
            <a:off x="10972800" y="22280170"/>
            <a:ext cx="10509272"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8" name="Rounded Rectangle 7">
            <a:extLst>
              <a:ext uri="{FF2B5EF4-FFF2-40B4-BE49-F238E27FC236}">
                <a16:creationId xmlns:a16="http://schemas.microsoft.com/office/drawing/2014/main" id="{BC1E35BE-55F3-DFEA-F1B0-6FBF154E9C6D}"/>
              </a:ext>
            </a:extLst>
          </p:cNvPr>
          <p:cNvSpPr/>
          <p:nvPr/>
        </p:nvSpPr>
        <p:spPr>
          <a:xfrm>
            <a:off x="366094" y="22309187"/>
            <a:ext cx="10259534"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6" name="Rounded Rectangle 7">
            <a:extLst>
              <a:ext uri="{FF2B5EF4-FFF2-40B4-BE49-F238E27FC236}">
                <a16:creationId xmlns:a16="http://schemas.microsoft.com/office/drawing/2014/main" id="{3F2C1627-5982-17ED-4620-11ED39FAFC72}"/>
              </a:ext>
            </a:extLst>
          </p:cNvPr>
          <p:cNvSpPr/>
          <p:nvPr/>
        </p:nvSpPr>
        <p:spPr>
          <a:xfrm>
            <a:off x="10730343" y="4884965"/>
            <a:ext cx="10796826" cy="9497084"/>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5" name="Rounded Rectangle 7">
            <a:extLst>
              <a:ext uri="{FF2B5EF4-FFF2-40B4-BE49-F238E27FC236}">
                <a16:creationId xmlns:a16="http://schemas.microsoft.com/office/drawing/2014/main" id="{802046BA-4E0A-0A46-F149-03D05F317820}"/>
              </a:ext>
            </a:extLst>
          </p:cNvPr>
          <p:cNvSpPr/>
          <p:nvPr/>
        </p:nvSpPr>
        <p:spPr>
          <a:xfrm>
            <a:off x="366094" y="8085556"/>
            <a:ext cx="9964938" cy="6262053"/>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4" name="Rounded Rectangle 7">
            <a:extLst>
              <a:ext uri="{FF2B5EF4-FFF2-40B4-BE49-F238E27FC236}">
                <a16:creationId xmlns:a16="http://schemas.microsoft.com/office/drawing/2014/main" id="{874C2C8B-2FD1-E9BA-1804-053D007121DE}"/>
              </a:ext>
            </a:extLst>
          </p:cNvPr>
          <p:cNvSpPr/>
          <p:nvPr/>
        </p:nvSpPr>
        <p:spPr>
          <a:xfrm>
            <a:off x="366094" y="4904045"/>
            <a:ext cx="9964937" cy="2733994"/>
          </a:xfrm>
          <a:prstGeom prst="roundRect">
            <a:avLst>
              <a:gd name="adj" fmla="val 758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7" name="Picture 6" descr="Background pattern&#10;&#10;Description automatically generated">
            <a:extLst>
              <a:ext uri="{FF2B5EF4-FFF2-40B4-BE49-F238E27FC236}">
                <a16:creationId xmlns:a16="http://schemas.microsoft.com/office/drawing/2014/main" id="{A2003A19-3840-DA4F-90F1-76F35B6CB8C9}"/>
              </a:ext>
            </a:extLst>
          </p:cNvPr>
          <p:cNvPicPr>
            <a:picLocks noChangeAspect="1"/>
          </p:cNvPicPr>
          <p:nvPr/>
        </p:nvPicPr>
        <p:blipFill rotWithShape="1">
          <a:blip r:embed="rId3">
            <a:extLst>
              <a:ext uri="{28A0092B-C50C-407E-A947-70E740481C1C}">
                <a14:useLocalDpi xmlns:a14="http://schemas.microsoft.com/office/drawing/2010/main" val="0"/>
              </a:ext>
            </a:extLst>
          </a:blip>
          <a:srcRect t="62963"/>
          <a:stretch/>
        </p:blipFill>
        <p:spPr>
          <a:xfrm>
            <a:off x="0" y="0"/>
            <a:ext cx="21945600" cy="4572001"/>
          </a:xfrm>
          <a:prstGeom prst="rect">
            <a:avLst/>
          </a:prstGeom>
        </p:spPr>
      </p:pic>
      <p:sp>
        <p:nvSpPr>
          <p:cNvPr id="26" name="TextBox 5">
            <a:extLst>
              <a:ext uri="{FF2B5EF4-FFF2-40B4-BE49-F238E27FC236}">
                <a16:creationId xmlns:a16="http://schemas.microsoft.com/office/drawing/2014/main" id="{5181264A-062E-C246-AA12-249B637CA50F}"/>
              </a:ext>
            </a:extLst>
          </p:cNvPr>
          <p:cNvSpPr txBox="1">
            <a:spLocks noChangeArrowheads="1"/>
          </p:cNvSpPr>
          <p:nvPr/>
        </p:nvSpPr>
        <p:spPr bwMode="auto">
          <a:xfrm>
            <a:off x="838442" y="427716"/>
            <a:ext cx="13065871" cy="4416594"/>
          </a:xfrm>
          <a:prstGeom prst="rect">
            <a:avLst/>
          </a:prstGeom>
          <a:noFill/>
          <a:ln w="9525">
            <a:noFill/>
            <a:miter lim="800000"/>
            <a:headEnd/>
            <a:tailEnd/>
          </a:ln>
        </p:spPr>
        <p:txBody>
          <a:bodyPr wrap="square" lIns="91440" tIns="45720" rIns="91440" bIns="45720" anchor="t">
            <a:spAutoFit/>
          </a:bodyPr>
          <a:lstStyle/>
          <a:p>
            <a:pPr>
              <a:lnSpc>
                <a:spcPct val="150000"/>
              </a:lnSpc>
            </a:pPr>
            <a:r>
              <a:rPr lang="en-US" sz="6000" b="1">
                <a:latin typeface="Verdana"/>
                <a:ea typeface="Verdana"/>
                <a:cs typeface="Verdana" panose="020B0604030504040204" pitchFamily="34" charset="0"/>
              </a:rPr>
              <a:t>UIS (UNIFIED INVENTORY SYSTEM)</a:t>
            </a:r>
          </a:p>
          <a:p>
            <a:pPr marL="457200" indent="-457200">
              <a:buFont typeface="Arial" panose="020B0604020202020204" pitchFamily="34" charset="0"/>
              <a:buChar char="•"/>
            </a:pPr>
            <a:r>
              <a:rPr lang="en-US" sz="2800">
                <a:latin typeface="Verdana"/>
                <a:ea typeface="Verdana"/>
                <a:cs typeface="Verdana" panose="020B0604030504040204" pitchFamily="34" charset="0"/>
              </a:rPr>
              <a:t>Rein Alderfer, Alexander Pellet, Drew </a:t>
            </a:r>
            <a:r>
              <a:rPr lang="en-US" sz="2800" err="1">
                <a:latin typeface="Verdana"/>
                <a:ea typeface="Verdana"/>
                <a:cs typeface="Verdana" panose="020B0604030504040204" pitchFamily="34" charset="0"/>
              </a:rPr>
              <a:t>Urenko</a:t>
            </a:r>
            <a:r>
              <a:rPr lang="en-US" sz="2800">
                <a:latin typeface="Verdana"/>
                <a:ea typeface="Verdana"/>
                <a:cs typeface="Verdana" panose="020B0604030504040204" pitchFamily="34" charset="0"/>
              </a:rPr>
              <a:t>, Hector Franco</a:t>
            </a:r>
          </a:p>
          <a:p>
            <a:pPr marL="457200" indent="-457200">
              <a:buFont typeface="Arial" panose="020B0604020202020204" pitchFamily="34" charset="0"/>
              <a:buChar char="•"/>
            </a:pPr>
            <a:r>
              <a:rPr lang="en-US" sz="2800">
                <a:latin typeface="Verdana"/>
                <a:ea typeface="Verdana"/>
                <a:cs typeface="Verdana" panose="020B0604030504040204" pitchFamily="34" charset="0"/>
              </a:rPr>
              <a:t>Professor Nancy Reddig</a:t>
            </a:r>
            <a:endParaRPr lang="en-US" sz="6000" b="1">
              <a:latin typeface="Verdana"/>
              <a:ea typeface="Verdana"/>
              <a:cs typeface="Verdana" panose="020B0604030504040204" pitchFamily="34" charset="0"/>
            </a:endParaRPr>
          </a:p>
          <a:p>
            <a:pPr>
              <a:lnSpc>
                <a:spcPts val="5400"/>
              </a:lnSpc>
            </a:pPr>
            <a:r>
              <a:rPr lang="en-US" sz="6000" b="1">
                <a:latin typeface="Verdana"/>
                <a:ea typeface="Verdana"/>
                <a:cs typeface="Verdana" panose="020B0604030504040204" pitchFamily="34" charset="0"/>
              </a:rPr>
              <a:t> </a:t>
            </a:r>
          </a:p>
        </p:txBody>
      </p:sp>
      <p:sp>
        <p:nvSpPr>
          <p:cNvPr id="30" name="TextBox 5">
            <a:extLst>
              <a:ext uri="{FF2B5EF4-FFF2-40B4-BE49-F238E27FC236}">
                <a16:creationId xmlns:a16="http://schemas.microsoft.com/office/drawing/2014/main" id="{C0DFC760-15A9-E74F-85E4-9210EF3EAB9A}"/>
              </a:ext>
            </a:extLst>
          </p:cNvPr>
          <p:cNvSpPr txBox="1">
            <a:spLocks noChangeArrowheads="1"/>
          </p:cNvSpPr>
          <p:nvPr/>
        </p:nvSpPr>
        <p:spPr bwMode="auto">
          <a:xfrm>
            <a:off x="11277602" y="5275416"/>
            <a:ext cx="9772483" cy="2752998"/>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TECHNICAL DESIGN &amp; DATA MODEL </a:t>
            </a: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32" name="Rectangle 31">
            <a:extLst>
              <a:ext uri="{FF2B5EF4-FFF2-40B4-BE49-F238E27FC236}">
                <a16:creationId xmlns:a16="http://schemas.microsoft.com/office/drawing/2014/main" id="{A30A9D2C-1A4F-6C43-B607-78408483E904}"/>
              </a:ext>
            </a:extLst>
          </p:cNvPr>
          <p:cNvSpPr/>
          <p:nvPr/>
        </p:nvSpPr>
        <p:spPr>
          <a:xfrm>
            <a:off x="16042" y="26754364"/>
            <a:ext cx="21948899" cy="2506436"/>
          </a:xfrm>
          <a:prstGeom prst="rect">
            <a:avLst/>
          </a:prstGeom>
          <a:solidFill>
            <a:srgbClr val="0A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800">
              <a:latin typeface="Verdana" panose="020B0604030504040204" pitchFamily="34" charset="0"/>
              <a:ea typeface="Verdana" panose="020B0604030504040204" pitchFamily="34" charset="0"/>
              <a:cs typeface="Verdana" panose="020B0604030504040204" pitchFamily="34" charset="0"/>
            </a:endParaRPr>
          </a:p>
        </p:txBody>
      </p:sp>
      <p:sp>
        <p:nvSpPr>
          <p:cNvPr id="6" name="Rectangle 5">
            <a:extLst>
              <a:ext uri="{FF2B5EF4-FFF2-40B4-BE49-F238E27FC236}">
                <a16:creationId xmlns:a16="http://schemas.microsoft.com/office/drawing/2014/main" id="{14F8300E-597A-2E48-AA00-E49A657DC547}"/>
              </a:ext>
            </a:extLst>
          </p:cNvPr>
          <p:cNvSpPr/>
          <p:nvPr/>
        </p:nvSpPr>
        <p:spPr>
          <a:xfrm>
            <a:off x="8224871" y="28007582"/>
            <a:ext cx="13196241" cy="728726"/>
          </a:xfrm>
          <a:prstGeom prst="rect">
            <a:avLst/>
          </a:prstGeom>
        </p:spPr>
        <p:txBody>
          <a:bodyPr wrap="none">
            <a:spAutoFit/>
          </a:bodyPr>
          <a:lstStyle/>
          <a:p>
            <a:pPr>
              <a:lnSpc>
                <a:spcPts val="5400"/>
              </a:lnSpc>
            </a:pP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DUCATE FOR SERVICE. </a:t>
            </a: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NGINEER FOR SOCIETY.</a:t>
            </a:r>
          </a:p>
        </p:txBody>
      </p:sp>
      <p:sp>
        <p:nvSpPr>
          <p:cNvPr id="37" name="TextBox 5">
            <a:extLst>
              <a:ext uri="{FF2B5EF4-FFF2-40B4-BE49-F238E27FC236}">
                <a16:creationId xmlns:a16="http://schemas.microsoft.com/office/drawing/2014/main" id="{3EE91195-4D0D-FD48-8ED2-263DC56EE138}"/>
              </a:ext>
            </a:extLst>
          </p:cNvPr>
          <p:cNvSpPr txBox="1">
            <a:spLocks noChangeArrowheads="1"/>
          </p:cNvSpPr>
          <p:nvPr/>
        </p:nvSpPr>
        <p:spPr bwMode="auto">
          <a:xfrm>
            <a:off x="718212" y="8090426"/>
            <a:ext cx="9157308" cy="5878532"/>
          </a:xfrm>
          <a:prstGeom prst="rect">
            <a:avLst/>
          </a:prstGeom>
          <a:noFill/>
          <a:ln w="9525">
            <a:noFill/>
            <a:miter lim="800000"/>
            <a:headEnd/>
            <a:tailEnd/>
          </a:ln>
        </p:spPr>
        <p:txBody>
          <a:bodyPr wrap="square" lIns="91440" tIns="45720" rIns="91440" bIns="45720" anchor="t">
            <a:spAutoFit/>
          </a:bodyPr>
          <a:lstStyle/>
          <a:p>
            <a:r>
              <a:rPr lang="en-US" sz="4400" b="1">
                <a:solidFill>
                  <a:srgbClr val="004B98"/>
                </a:solidFill>
                <a:latin typeface="Verdana"/>
                <a:ea typeface="Verdana"/>
                <a:cs typeface="Verdana" panose="020B0604030504040204" pitchFamily="34" charset="0"/>
              </a:rPr>
              <a:t>Site REQUIREMENTS</a:t>
            </a:r>
          </a:p>
          <a:p>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400" b="1">
                <a:solidFill>
                  <a:schemeClr val="bg1"/>
                </a:solidFill>
                <a:latin typeface="Verdana"/>
                <a:ea typeface="Verdana"/>
                <a:cs typeface="Verdana" panose="020B0604030504040204" pitchFamily="34" charset="0"/>
              </a:rPr>
              <a:t>REQ1</a:t>
            </a:r>
            <a:r>
              <a:rPr lang="en-US" sz="2400">
                <a:solidFill>
                  <a:schemeClr val="bg1"/>
                </a:solidFill>
                <a:latin typeface="Verdana"/>
                <a:ea typeface="Verdana"/>
                <a:cs typeface="Verdana" panose="020B0604030504040204" pitchFamily="34" charset="0"/>
              </a:rPr>
              <a:t> - User can add inventory to the site.</a:t>
            </a:r>
          </a:p>
          <a:p>
            <a:pPr marL="457200" indent="-457200">
              <a:buFont typeface="Arial" panose="020B0604020202020204" pitchFamily="34" charset="0"/>
              <a:buChar char="•"/>
            </a:pPr>
            <a:r>
              <a:rPr lang="en-US" sz="2400" b="1">
                <a:solidFill>
                  <a:schemeClr val="bg1"/>
                </a:solidFill>
                <a:latin typeface="Verdana"/>
                <a:ea typeface="Verdana"/>
              </a:rPr>
              <a:t>REQ2</a:t>
            </a:r>
            <a:r>
              <a:rPr lang="en-US" sz="2400">
                <a:solidFill>
                  <a:schemeClr val="bg1"/>
                </a:solidFill>
                <a:latin typeface="Verdana"/>
                <a:ea typeface="Verdana"/>
              </a:rPr>
              <a:t> - A client can view inventory by category on the site.</a:t>
            </a:r>
          </a:p>
          <a:p>
            <a:pPr marL="457200" indent="-457200">
              <a:buFont typeface="Arial" panose="020B0604020202020204" pitchFamily="34" charset="0"/>
              <a:buChar char="•"/>
            </a:pPr>
            <a:r>
              <a:rPr lang="en-US" sz="2400" b="1">
                <a:solidFill>
                  <a:schemeClr val="bg1"/>
                </a:solidFill>
                <a:latin typeface="Verdana"/>
                <a:ea typeface="Verdana"/>
              </a:rPr>
              <a:t>REQ3</a:t>
            </a:r>
            <a:r>
              <a:rPr lang="en-US" sz="2400">
                <a:solidFill>
                  <a:schemeClr val="bg1"/>
                </a:solidFill>
                <a:latin typeface="Verdana"/>
                <a:ea typeface="Verdana"/>
              </a:rPr>
              <a:t> - A client can delete records in inventory</a:t>
            </a:r>
          </a:p>
          <a:p>
            <a:pPr marL="457200" indent="-457200">
              <a:buFont typeface="Arial" panose="020B0604020202020204" pitchFamily="34" charset="0"/>
              <a:buChar char="•"/>
            </a:pPr>
            <a:r>
              <a:rPr lang="en-US" sz="2400" b="1">
                <a:solidFill>
                  <a:schemeClr val="bg1"/>
                </a:solidFill>
                <a:latin typeface="Verdana"/>
                <a:ea typeface="Verdana"/>
              </a:rPr>
              <a:t>REQ4</a:t>
            </a:r>
            <a:r>
              <a:rPr lang="en-US" sz="2400">
                <a:solidFill>
                  <a:schemeClr val="bg1"/>
                </a:solidFill>
                <a:latin typeface="Verdana"/>
                <a:ea typeface="Verdana"/>
              </a:rPr>
              <a:t> - A client can edit records in inventory</a:t>
            </a:r>
          </a:p>
          <a:p>
            <a:pPr marL="457200" indent="-457200">
              <a:buFont typeface="Arial" panose="020B0604020202020204" pitchFamily="34" charset="0"/>
              <a:buChar char="•"/>
            </a:pPr>
            <a:r>
              <a:rPr lang="en-US" sz="2400" b="1">
                <a:solidFill>
                  <a:schemeClr val="bg1"/>
                </a:solidFill>
                <a:latin typeface="Verdana"/>
                <a:ea typeface="Verdana"/>
              </a:rPr>
              <a:t>REQ5</a:t>
            </a:r>
            <a:r>
              <a:rPr lang="en-US" sz="2400">
                <a:solidFill>
                  <a:schemeClr val="bg1"/>
                </a:solidFill>
                <a:latin typeface="Verdana"/>
                <a:ea typeface="Verdana"/>
              </a:rPr>
              <a:t> - A user can view currently on order items</a:t>
            </a:r>
          </a:p>
          <a:p>
            <a:pPr marL="457200" indent="-457200">
              <a:buFont typeface="Arial" panose="020B0604020202020204" pitchFamily="34" charset="0"/>
              <a:buChar char="•"/>
            </a:pPr>
            <a:r>
              <a:rPr lang="en-US" sz="2400" b="1">
                <a:solidFill>
                  <a:schemeClr val="bg1"/>
                </a:solidFill>
                <a:latin typeface="Verdana"/>
                <a:ea typeface="Verdana"/>
              </a:rPr>
              <a:t>REQ6</a:t>
            </a:r>
            <a:r>
              <a:rPr lang="en-US" sz="2400">
                <a:solidFill>
                  <a:schemeClr val="bg1"/>
                </a:solidFill>
                <a:latin typeface="Verdana"/>
                <a:ea typeface="Verdana"/>
              </a:rPr>
              <a:t> - Build a web server and host the site on the internet.</a:t>
            </a:r>
          </a:p>
          <a:p>
            <a:pPr marL="457200" indent="-457200">
              <a:buFont typeface="Arial" panose="020B0604020202020204" pitchFamily="34" charset="0"/>
              <a:buChar char="•"/>
            </a:pPr>
            <a:r>
              <a:rPr lang="en-US" sz="2400" b="1">
                <a:solidFill>
                  <a:schemeClr val="bg1"/>
                </a:solidFill>
                <a:latin typeface="Verdana"/>
                <a:ea typeface="Verdana"/>
              </a:rPr>
              <a:t>REQ7</a:t>
            </a:r>
            <a:r>
              <a:rPr lang="en-US" sz="2400">
                <a:solidFill>
                  <a:schemeClr val="bg1"/>
                </a:solidFill>
                <a:latin typeface="Verdana"/>
                <a:ea typeface="Verdana"/>
              </a:rPr>
              <a:t> - API that implements a singleton pattern for DB connection</a:t>
            </a:r>
          </a:p>
          <a:p>
            <a:pPr marL="457200" indent="-457200">
              <a:buFont typeface="Arial" panose="020B0604020202020204" pitchFamily="34" charset="0"/>
              <a:buChar char="•"/>
            </a:pPr>
            <a:r>
              <a:rPr lang="en-US" sz="2400" b="1">
                <a:solidFill>
                  <a:schemeClr val="bg1"/>
                </a:solidFill>
                <a:latin typeface="Verdana"/>
                <a:ea typeface="Verdana"/>
              </a:rPr>
              <a:t>REQ8</a:t>
            </a:r>
            <a:r>
              <a:rPr lang="en-US" sz="2400">
                <a:solidFill>
                  <a:schemeClr val="bg1"/>
                </a:solidFill>
                <a:latin typeface="Verdana"/>
                <a:ea typeface="Verdana"/>
              </a:rPr>
              <a:t> - Create standardized web elements</a:t>
            </a:r>
          </a:p>
          <a:p>
            <a:pPr marL="457200" indent="-457200">
              <a:buFont typeface="Arial" panose="020B0604020202020204" pitchFamily="34" charset="0"/>
              <a:buChar char="•"/>
            </a:pPr>
            <a:endParaRPr lang="en-US" sz="2400">
              <a:solidFill>
                <a:schemeClr val="bg1"/>
              </a:solidFill>
              <a:latin typeface="Arial"/>
              <a:ea typeface="Verdana"/>
              <a:cs typeface="Arial"/>
            </a:endParaRPr>
          </a:p>
        </p:txBody>
      </p:sp>
      <p:sp>
        <p:nvSpPr>
          <p:cNvPr id="39" name="TextBox 5">
            <a:extLst>
              <a:ext uri="{FF2B5EF4-FFF2-40B4-BE49-F238E27FC236}">
                <a16:creationId xmlns:a16="http://schemas.microsoft.com/office/drawing/2014/main" id="{A787EF9C-4AF3-C040-9DE6-E90BD8D019B9}"/>
              </a:ext>
            </a:extLst>
          </p:cNvPr>
          <p:cNvSpPr txBox="1">
            <a:spLocks noChangeArrowheads="1"/>
          </p:cNvSpPr>
          <p:nvPr/>
        </p:nvSpPr>
        <p:spPr bwMode="auto">
          <a:xfrm>
            <a:off x="361963" y="22290439"/>
            <a:ext cx="10477950" cy="3954929"/>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300" b="1" dirty="0">
                <a:solidFill>
                  <a:srgbClr val="004B98"/>
                </a:solidFill>
                <a:latin typeface="Verdana"/>
                <a:ea typeface="Verdana"/>
                <a:cs typeface="Verdana" panose="020B0604030504040204" pitchFamily="34" charset="0"/>
              </a:rPr>
              <a:t>TESTING &amp; LESSONS LEARNED</a:t>
            </a:r>
          </a:p>
          <a:p>
            <a:r>
              <a:rPr lang="en-US" sz="2200" dirty="0">
                <a:solidFill>
                  <a:schemeClr val="bg1"/>
                </a:solidFill>
                <a:latin typeface="Verdana"/>
                <a:ea typeface="Verdana"/>
                <a:cs typeface="Verdana" panose="020B0604030504040204" pitchFamily="34" charset="0"/>
              </a:rPr>
              <a:t>Our team used Git version control and weekly </a:t>
            </a:r>
            <a:r>
              <a:rPr lang="en-US" sz="2200">
                <a:solidFill>
                  <a:schemeClr val="bg1"/>
                </a:solidFill>
                <a:latin typeface="Verdana"/>
                <a:ea typeface="Verdana"/>
                <a:cs typeface="Verdana" panose="020B0604030504040204" pitchFamily="34" charset="0"/>
              </a:rPr>
              <a:t>stand-up</a:t>
            </a:r>
            <a:r>
              <a:rPr lang="en-US" sz="2200" dirty="0">
                <a:solidFill>
                  <a:schemeClr val="bg1"/>
                </a:solidFill>
                <a:latin typeface="Verdana"/>
                <a:ea typeface="Verdana"/>
                <a:cs typeface="Verdana" panose="020B0604030504040204" pitchFamily="34" charset="0"/>
              </a:rPr>
              <a:t> meetings to manage work across all project requirements using a project board in GitHub to track tasks and coordinate how the front and backend code fit together. Through testing our management system, we learned that the Singleton database connection kept things running smoothly and our reusable page template majorly reduced code.</a:t>
            </a:r>
            <a:r>
              <a:rPr lang="en-US" sz="2400" dirty="0">
                <a:solidFill>
                  <a:schemeClr val="bg1"/>
                </a:solidFill>
                <a:latin typeface="Verdana"/>
                <a:ea typeface="Verdana"/>
                <a:cs typeface="Verdana" panose="020B0604030504040204" pitchFamily="34" charset="0"/>
              </a:rPr>
              <a:t> This process taught us that building one feature at a time and testing it individually before combining made debugging easier, along with team check-ins to improve features based on what worked best. </a:t>
            </a:r>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41" name="TextBox 5">
            <a:extLst>
              <a:ext uri="{FF2B5EF4-FFF2-40B4-BE49-F238E27FC236}">
                <a16:creationId xmlns:a16="http://schemas.microsoft.com/office/drawing/2014/main" id="{D2D11FAC-831D-D343-846B-1A97A88A4976}"/>
              </a:ext>
            </a:extLst>
          </p:cNvPr>
          <p:cNvSpPr txBox="1">
            <a:spLocks noChangeArrowheads="1"/>
          </p:cNvSpPr>
          <p:nvPr/>
        </p:nvSpPr>
        <p:spPr bwMode="auto">
          <a:xfrm>
            <a:off x="11512762" y="22409021"/>
            <a:ext cx="9714626" cy="2954655"/>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REFERENCES &amp; ACKNOWLEDGEMENTS</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We thank:</a:t>
            </a:r>
          </a:p>
          <a:p>
            <a:pPr marL="342900" indent="-342900">
              <a:buFont typeface="Calibri"/>
              <a:buChar char="-"/>
            </a:pPr>
            <a:r>
              <a:rPr lang="en-US" sz="2400">
                <a:solidFill>
                  <a:schemeClr val="bg1"/>
                </a:solidFill>
                <a:latin typeface="Verdana"/>
                <a:ea typeface="Verdana"/>
                <a:cs typeface="Verdana" panose="020B0604030504040204" pitchFamily="34" charset="0"/>
              </a:rPr>
              <a:t>John McGovern</a:t>
            </a:r>
          </a:p>
          <a:p>
            <a:pPr marL="342900" indent="-342900">
              <a:buFont typeface="Calibri"/>
              <a:buChar char="-"/>
            </a:pPr>
            <a:r>
              <a:rPr lang="en-US" sz="2400">
                <a:solidFill>
                  <a:schemeClr val="bg1"/>
                </a:solidFill>
                <a:latin typeface="Verdana"/>
                <a:ea typeface="Verdana"/>
                <a:cs typeface="Verdana" panose="020B0604030504040204" pitchFamily="34" charset="0"/>
              </a:rPr>
              <a:t>Prof. Nancy Reddig</a:t>
            </a: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42" name="TextBox 5">
            <a:extLst>
              <a:ext uri="{FF2B5EF4-FFF2-40B4-BE49-F238E27FC236}">
                <a16:creationId xmlns:a16="http://schemas.microsoft.com/office/drawing/2014/main" id="{FC334FAC-0EBE-6640-BE53-DCB61AFB98B1}"/>
              </a:ext>
            </a:extLst>
          </p:cNvPr>
          <p:cNvSpPr txBox="1">
            <a:spLocks noChangeArrowheads="1"/>
          </p:cNvSpPr>
          <p:nvPr/>
        </p:nvSpPr>
        <p:spPr bwMode="auto">
          <a:xfrm>
            <a:off x="831645" y="4893345"/>
            <a:ext cx="8647635" cy="2631490"/>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a:ea typeface="Verdana"/>
                <a:cs typeface="Verdana" panose="020B0604030504040204" pitchFamily="34" charset="0"/>
              </a:rPr>
              <a:t>PURPOSE</a:t>
            </a:r>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UIS is an inventory management software solution. The website is built to accommodate a companies need to track orders and internal inventory. </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endParaRPr lang="en-US" sz="240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8" name="Rounded Rectangle 7">
            <a:extLst>
              <a:ext uri="{FF2B5EF4-FFF2-40B4-BE49-F238E27FC236}">
                <a16:creationId xmlns:a16="http://schemas.microsoft.com/office/drawing/2014/main" id="{EA59D6CB-81AA-E84E-B518-60203D9CB40B}"/>
              </a:ext>
            </a:extLst>
          </p:cNvPr>
          <p:cNvSpPr/>
          <p:nvPr/>
        </p:nvSpPr>
        <p:spPr>
          <a:xfrm>
            <a:off x="366094" y="14872102"/>
            <a:ext cx="21169698" cy="7083919"/>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11" name="Picture 10" descr="Logo, company name&#10;&#10;Description automatically generated">
            <a:extLst>
              <a:ext uri="{FF2B5EF4-FFF2-40B4-BE49-F238E27FC236}">
                <a16:creationId xmlns:a16="http://schemas.microsoft.com/office/drawing/2014/main" id="{CDDD39E9-C2DD-7D49-BA3B-A857464A41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57655" y="-226231"/>
            <a:ext cx="5759265" cy="3241772"/>
          </a:xfrm>
          <a:prstGeom prst="rect">
            <a:avLst/>
          </a:prstGeom>
        </p:spPr>
      </p:pic>
      <p:pic>
        <p:nvPicPr>
          <p:cNvPr id="17" name="Picture 16">
            <a:extLst>
              <a:ext uri="{FF2B5EF4-FFF2-40B4-BE49-F238E27FC236}">
                <a16:creationId xmlns:a16="http://schemas.microsoft.com/office/drawing/2014/main" id="{DF9C8C35-2E7B-EE4D-B4D9-6783F779BE27}"/>
              </a:ext>
            </a:extLst>
          </p:cNvPr>
          <p:cNvPicPr>
            <a:picLocks noChangeAspect="1"/>
          </p:cNvPicPr>
          <p:nvPr/>
        </p:nvPicPr>
        <p:blipFill>
          <a:blip r:embed="rId5"/>
          <a:stretch>
            <a:fillRect/>
          </a:stretch>
        </p:blipFill>
        <p:spPr>
          <a:xfrm>
            <a:off x="22701453" y="9184279"/>
            <a:ext cx="5238002" cy="3556075"/>
          </a:xfrm>
          <a:prstGeom prst="rect">
            <a:avLst/>
          </a:prstGeom>
        </p:spPr>
      </p:pic>
      <p:pic>
        <p:nvPicPr>
          <p:cNvPr id="9" name="Picture 8" descr="A computer screen shot of a code&#10;&#10;AI-generated content may be incorrect.">
            <a:extLst>
              <a:ext uri="{FF2B5EF4-FFF2-40B4-BE49-F238E27FC236}">
                <a16:creationId xmlns:a16="http://schemas.microsoft.com/office/drawing/2014/main" id="{55DCD7E9-3F8C-9D2C-CA22-160B81E380B5}"/>
              </a:ext>
            </a:extLst>
          </p:cNvPr>
          <p:cNvPicPr>
            <a:picLocks noChangeAspect="1"/>
          </p:cNvPicPr>
          <p:nvPr/>
        </p:nvPicPr>
        <p:blipFill>
          <a:blip r:embed="rId6"/>
          <a:stretch>
            <a:fillRect/>
          </a:stretch>
        </p:blipFill>
        <p:spPr>
          <a:xfrm>
            <a:off x="9125157" y="18517428"/>
            <a:ext cx="6844003" cy="2960205"/>
          </a:xfrm>
          <a:prstGeom prst="rect">
            <a:avLst/>
          </a:prstGeom>
        </p:spPr>
      </p:pic>
      <p:grpSp>
        <p:nvGrpSpPr>
          <p:cNvPr id="10" name="Group 9">
            <a:extLst>
              <a:ext uri="{FF2B5EF4-FFF2-40B4-BE49-F238E27FC236}">
                <a16:creationId xmlns:a16="http://schemas.microsoft.com/office/drawing/2014/main" id="{88E2187F-2437-8495-F268-4EBBA7E3FBFC}"/>
              </a:ext>
            </a:extLst>
          </p:cNvPr>
          <p:cNvGrpSpPr/>
          <p:nvPr/>
        </p:nvGrpSpPr>
        <p:grpSpPr>
          <a:xfrm>
            <a:off x="14348680" y="19007975"/>
            <a:ext cx="7072432" cy="2549321"/>
            <a:chOff x="2087371" y="5007162"/>
            <a:chExt cx="9290050" cy="4374987"/>
          </a:xfrm>
        </p:grpSpPr>
        <p:sp>
          <p:nvSpPr>
            <p:cNvPr id="12" name="Rectangle 11">
              <a:extLst>
                <a:ext uri="{FF2B5EF4-FFF2-40B4-BE49-F238E27FC236}">
                  <a16:creationId xmlns:a16="http://schemas.microsoft.com/office/drawing/2014/main" id="{393F5EC4-0338-4699-00E7-9EF03F852A2F}"/>
                </a:ext>
              </a:extLst>
            </p:cNvPr>
            <p:cNvSpPr/>
            <p:nvPr/>
          </p:nvSpPr>
          <p:spPr>
            <a:xfrm>
              <a:off x="2087371" y="5007162"/>
              <a:ext cx="9290050" cy="4374987"/>
            </a:xfrm>
            <a:prstGeom prst="rect">
              <a:avLst/>
            </a:prstGeom>
            <a:solidFill>
              <a:srgbClr val="E126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2361529-C3E2-D40F-3851-F51C8E7288BC}"/>
                </a:ext>
              </a:extLst>
            </p:cNvPr>
            <p:cNvSpPr/>
            <p:nvPr/>
          </p:nvSpPr>
          <p:spPr>
            <a:xfrm>
              <a:off x="2191400" y="5497576"/>
              <a:ext cx="8671737" cy="3670900"/>
            </a:xfrm>
            <a:prstGeom prst="rect">
              <a:avLst/>
            </a:prstGeom>
          </p:spPr>
          <p:txBody>
            <a:bodyPr wrap="square" lIns="91440" tIns="45720" rIns="91440" bIns="45720" anchor="t">
              <a:spAutoFit/>
            </a:bodyPr>
            <a:lstStyle/>
            <a:p>
              <a:pPr>
                <a:spcAft>
                  <a:spcPts val="600"/>
                </a:spcAft>
              </a:pPr>
              <a:r>
                <a:rPr lang="en-US" sz="4400" b="1">
                  <a:latin typeface="Verdana"/>
                  <a:ea typeface="Verdana"/>
                  <a:cs typeface="Verdana" panose="020B0604030504040204" pitchFamily="34" charset="0"/>
                </a:rPr>
                <a:t>IMPACT</a:t>
              </a:r>
              <a:endParaRPr lang="en-US" sz="3800">
                <a:cs typeface="Arial"/>
              </a:endParaRPr>
            </a:p>
            <a:p>
              <a:pPr>
                <a:spcAft>
                  <a:spcPts val="600"/>
                </a:spcAft>
              </a:pPr>
              <a:r>
                <a:rPr lang="en-US" sz="2800">
                  <a:latin typeface="Verdana"/>
                  <a:ea typeface="Verdana"/>
                </a:rPr>
                <a:t>We have developed an easy-to-use inventory management system that businesses can use.</a:t>
              </a:r>
            </a:p>
          </p:txBody>
        </p:sp>
      </p:grpSp>
      <p:sp>
        <p:nvSpPr>
          <p:cNvPr id="24" name="TextBox 23">
            <a:extLst>
              <a:ext uri="{FF2B5EF4-FFF2-40B4-BE49-F238E27FC236}">
                <a16:creationId xmlns:a16="http://schemas.microsoft.com/office/drawing/2014/main" id="{803DBD16-5AE4-3075-B381-675F35693C72}"/>
              </a:ext>
            </a:extLst>
          </p:cNvPr>
          <p:cNvSpPr txBox="1"/>
          <p:nvPr/>
        </p:nvSpPr>
        <p:spPr>
          <a:xfrm>
            <a:off x="718212" y="15048719"/>
            <a:ext cx="18606108" cy="2908489"/>
          </a:xfrm>
          <a:prstGeom prst="rect">
            <a:avLst/>
          </a:prstGeom>
          <a:noFill/>
        </p:spPr>
        <p:txBody>
          <a:bodyPr wrap="square" lIns="91440" tIns="45720" rIns="91440" bIns="45720" anchor="t">
            <a:spAutoFit/>
          </a:bodyPr>
          <a:lstStyle/>
          <a:p>
            <a:pPr>
              <a:lnSpc>
                <a:spcPts val="5400"/>
              </a:lnSpc>
              <a:spcAft>
                <a:spcPts val="1200"/>
              </a:spcAft>
            </a:pPr>
            <a:r>
              <a:rPr lang="en-US" sz="4400" b="1">
                <a:solidFill>
                  <a:srgbClr val="004B98"/>
                </a:solidFill>
                <a:latin typeface="Verdana"/>
                <a:ea typeface="Verdana"/>
                <a:cs typeface="Verdana" panose="020B0604030504040204" pitchFamily="34" charset="0"/>
              </a:rPr>
              <a:t>PROTOTYPE/PROCESS</a:t>
            </a:r>
            <a:endParaRPr lang="en-US" sz="4400" b="1">
              <a:solidFill>
                <a:schemeClr val="tx1"/>
              </a:solidFill>
              <a:latin typeface="Verdana"/>
              <a:ea typeface="Verdana"/>
              <a:cs typeface="Verdana" panose="020B0604030504040204" pitchFamily="34" charset="0"/>
            </a:endParaRPr>
          </a:p>
          <a:p>
            <a:r>
              <a:rPr lang="en-US" sz="4000">
                <a:solidFill>
                  <a:schemeClr val="bg1"/>
                </a:solidFill>
                <a:latin typeface="Verdana"/>
                <a:ea typeface="Verdana"/>
                <a:cs typeface="Verdana" panose="020B0604030504040204" pitchFamily="34" charset="0"/>
              </a:rPr>
              <a:t>The key features of our project are inventory management, user management, order management, and the UI of the site. </a:t>
            </a:r>
          </a:p>
          <a:p>
            <a:pPr marL="342900" indent="-342900">
              <a:buFont typeface="Arial"/>
              <a:buChar char="•"/>
            </a:pPr>
            <a:r>
              <a:rPr lang="en-US" sz="2400">
                <a:solidFill>
                  <a:schemeClr val="bg1"/>
                </a:solidFill>
                <a:latin typeface="Verdana"/>
                <a:ea typeface="Verdana"/>
                <a:cs typeface="Verdana" panose="020B0604030504040204" pitchFamily="34" charset="0"/>
              </a:rPr>
              <a:t>From the beginning we wanted to have a nice UI for the site, that could transition from light to dark mode.</a:t>
            </a:r>
          </a:p>
          <a:p>
            <a:pPr marL="342900" indent="-342900">
              <a:buFont typeface="Arial"/>
              <a:buChar char="•"/>
            </a:pPr>
            <a:r>
              <a:rPr lang="en-US" sz="2400">
                <a:solidFill>
                  <a:schemeClr val="bg1"/>
                </a:solidFill>
                <a:latin typeface="Verdana"/>
                <a:ea typeface="Verdana"/>
                <a:cs typeface="Verdana" panose="020B0604030504040204" pitchFamily="34" charset="0"/>
              </a:rPr>
              <a:t>We used a unifying page class to remove the concerns for standardization of the pages.</a:t>
            </a:r>
          </a:p>
        </p:txBody>
      </p:sp>
      <p:sp>
        <p:nvSpPr>
          <p:cNvPr id="25" name="TextBox 24">
            <a:extLst>
              <a:ext uri="{FF2B5EF4-FFF2-40B4-BE49-F238E27FC236}">
                <a16:creationId xmlns:a16="http://schemas.microsoft.com/office/drawing/2014/main" id="{E4C1FA25-A872-5437-2A4A-A31B0DD3A49C}"/>
              </a:ext>
            </a:extLst>
          </p:cNvPr>
          <p:cNvSpPr txBox="1"/>
          <p:nvPr/>
        </p:nvSpPr>
        <p:spPr>
          <a:xfrm>
            <a:off x="9479280" y="27135206"/>
            <a:ext cx="11617629" cy="677108"/>
          </a:xfrm>
          <a:prstGeom prst="rect">
            <a:avLst/>
          </a:prstGeom>
          <a:noFill/>
        </p:spPr>
        <p:txBody>
          <a:bodyPr wrap="square" lIns="91440" tIns="45720" rIns="91440" bIns="45720" rtlCol="0" anchor="t">
            <a:spAutoFit/>
          </a:bodyPr>
          <a:lstStyle/>
          <a:p>
            <a:pPr algn="r">
              <a:spcAft>
                <a:spcPts val="1200"/>
              </a:spcAft>
              <a:tabLst>
                <a:tab pos="24070688" algn="l"/>
              </a:tabLst>
            </a:pPr>
            <a:r>
              <a:rPr lang="en-US" sz="3800" b="1">
                <a:latin typeface="Verdana"/>
                <a:ea typeface="Verdana"/>
                <a:cs typeface="Verdana" panose="020B0604030504040204" pitchFamily="34" charset="0"/>
              </a:rPr>
              <a:t>Software Engineering Project 2025</a:t>
            </a:r>
            <a:endParaRPr lang="en-US" sz="3800" b="1">
              <a:latin typeface="Verdana" panose="020B0604030504040204" pitchFamily="34" charset="0"/>
              <a:ea typeface="Verdana" panose="020B0604030504040204" pitchFamily="34" charset="0"/>
              <a:cs typeface="Verdana" panose="020B0604030504040204" pitchFamily="34" charset="0"/>
            </a:endParaRPr>
          </a:p>
        </p:txBody>
      </p:sp>
      <p:pic>
        <p:nvPicPr>
          <p:cNvPr id="2" name="Picture 1" descr="A computer screen shot of a computer&#10;&#10;AI-generated content may be incorrect.">
            <a:extLst>
              <a:ext uri="{FF2B5EF4-FFF2-40B4-BE49-F238E27FC236}">
                <a16:creationId xmlns:a16="http://schemas.microsoft.com/office/drawing/2014/main" id="{FFFE5214-66E6-290E-68B2-39AC84C81425}"/>
              </a:ext>
            </a:extLst>
          </p:cNvPr>
          <p:cNvPicPr>
            <a:picLocks noChangeAspect="1"/>
          </p:cNvPicPr>
          <p:nvPr/>
        </p:nvPicPr>
        <p:blipFill>
          <a:blip r:embed="rId7"/>
          <a:stretch>
            <a:fillRect/>
          </a:stretch>
        </p:blipFill>
        <p:spPr>
          <a:xfrm>
            <a:off x="16602813" y="7645980"/>
            <a:ext cx="4457968" cy="4190966"/>
          </a:xfrm>
          <a:prstGeom prst="rect">
            <a:avLst/>
          </a:prstGeom>
        </p:spPr>
      </p:pic>
      <p:sp>
        <p:nvSpPr>
          <p:cNvPr id="4" name="TextBox 3">
            <a:extLst>
              <a:ext uri="{FF2B5EF4-FFF2-40B4-BE49-F238E27FC236}">
                <a16:creationId xmlns:a16="http://schemas.microsoft.com/office/drawing/2014/main" id="{BA02B922-C519-9D25-4DE8-2F97EB6371B1}"/>
              </a:ext>
            </a:extLst>
          </p:cNvPr>
          <p:cNvSpPr txBox="1"/>
          <p:nvPr/>
        </p:nvSpPr>
        <p:spPr>
          <a:xfrm>
            <a:off x="16704113" y="11828424"/>
            <a:ext cx="45339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a:solidFill>
                  <a:schemeClr val="bg1"/>
                </a:solidFill>
                <a:latin typeface="Arial"/>
                <a:cs typeface="Arial"/>
              </a:rPr>
              <a:t>Figure 1: ERD Model</a:t>
            </a:r>
          </a:p>
        </p:txBody>
      </p:sp>
      <p:sp>
        <p:nvSpPr>
          <p:cNvPr id="3" name="TextBox 2">
            <a:extLst>
              <a:ext uri="{FF2B5EF4-FFF2-40B4-BE49-F238E27FC236}">
                <a16:creationId xmlns:a16="http://schemas.microsoft.com/office/drawing/2014/main" id="{7E6DE4EE-B33B-0050-6CA4-FD833B667E32}"/>
              </a:ext>
            </a:extLst>
          </p:cNvPr>
          <p:cNvSpPr txBox="1"/>
          <p:nvPr/>
        </p:nvSpPr>
        <p:spPr>
          <a:xfrm>
            <a:off x="22697522" y="15318403"/>
            <a:ext cx="18606108" cy="2785378"/>
          </a:xfrm>
          <a:prstGeom prst="rect">
            <a:avLst/>
          </a:prstGeom>
          <a:noFill/>
        </p:spPr>
        <p:txBody>
          <a:bodyPr wrap="square" lIns="91440" tIns="45720" rIns="91440" bIns="45720" anchor="t">
            <a:spAutoFit/>
          </a:bodyPr>
          <a:lstStyle/>
          <a:p>
            <a:pPr>
              <a:lnSpc>
                <a:spcPts val="5400"/>
              </a:lnSpc>
              <a:spcAft>
                <a:spcPts val="1200"/>
              </a:spcAft>
            </a:pPr>
            <a:r>
              <a:rPr lang="en-US" sz="4400" b="1">
                <a:solidFill>
                  <a:srgbClr val="004B98"/>
                </a:solidFill>
                <a:latin typeface="Verdana"/>
                <a:ea typeface="Verdana"/>
                <a:cs typeface="Verdana" panose="020B0604030504040204" pitchFamily="34" charset="0"/>
              </a:rPr>
              <a:t>PROTOTYPE/PROCESS</a:t>
            </a:r>
            <a:endParaRPr lang="en-US" sz="4400" b="1">
              <a:solidFill>
                <a:schemeClr val="tx1"/>
              </a:solidFill>
              <a:latin typeface="Verdana"/>
              <a:ea typeface="Verdana"/>
              <a:cs typeface="Verdana" panose="020B0604030504040204" pitchFamily="34" charset="0"/>
            </a:endParaRPr>
          </a:p>
          <a:p>
            <a:r>
              <a:rPr lang="en-US" sz="4000">
                <a:solidFill>
                  <a:schemeClr val="bg1"/>
                </a:solidFill>
                <a:latin typeface="Verdana"/>
                <a:ea typeface="Verdana"/>
                <a:cs typeface="Verdana" panose="020B0604030504040204" pitchFamily="34" charset="0"/>
              </a:rPr>
              <a:t>Consider screenshots of your project. Pointing out the key features, design aspects, improvements, and performance. These should conceptually map to your design specifications. </a:t>
            </a:r>
            <a:endParaRPr lang="en-US" sz="5400" b="1">
              <a:solidFill>
                <a:schemeClr val="bg1"/>
              </a:solidFill>
              <a:latin typeface="Verdana"/>
              <a:ea typeface="Verdana"/>
              <a:cs typeface="Verdana" panose="020B0604030504040204" pitchFamily="34" charset="0"/>
            </a:endParaRPr>
          </a:p>
        </p:txBody>
      </p:sp>
      <p:pic>
        <p:nvPicPr>
          <p:cNvPr id="5" name="Picture 4" descr="A screenshot of a website&#10;&#10;AI-generated content may be incorrect.">
            <a:extLst>
              <a:ext uri="{FF2B5EF4-FFF2-40B4-BE49-F238E27FC236}">
                <a16:creationId xmlns:a16="http://schemas.microsoft.com/office/drawing/2014/main" id="{3C85A9CE-E1A5-C207-14C2-B90A2746E792}"/>
              </a:ext>
            </a:extLst>
          </p:cNvPr>
          <p:cNvPicPr>
            <a:picLocks noChangeAspect="1"/>
          </p:cNvPicPr>
          <p:nvPr/>
        </p:nvPicPr>
        <p:blipFill>
          <a:blip r:embed="rId8"/>
          <a:srcRect l="1205" r="-3341" b="36806"/>
          <a:stretch>
            <a:fillRect/>
          </a:stretch>
        </p:blipFill>
        <p:spPr>
          <a:xfrm>
            <a:off x="613126" y="18520396"/>
            <a:ext cx="8735821" cy="2986967"/>
          </a:xfrm>
          <a:prstGeom prst="rect">
            <a:avLst/>
          </a:prstGeom>
        </p:spPr>
      </p:pic>
      <p:sp>
        <p:nvSpPr>
          <p:cNvPr id="21" name="TextBox 20">
            <a:extLst>
              <a:ext uri="{FF2B5EF4-FFF2-40B4-BE49-F238E27FC236}">
                <a16:creationId xmlns:a16="http://schemas.microsoft.com/office/drawing/2014/main" id="{2E8F5811-4571-45B3-863D-9B64CE703423}"/>
              </a:ext>
            </a:extLst>
          </p:cNvPr>
          <p:cNvSpPr txBox="1"/>
          <p:nvPr/>
        </p:nvSpPr>
        <p:spPr>
          <a:xfrm>
            <a:off x="11281024" y="6904233"/>
            <a:ext cx="4685015"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800" dirty="0">
                <a:latin typeface="Arial"/>
                <a:cs typeface="Arial"/>
              </a:rPr>
              <a:t>We have</a:t>
            </a:r>
            <a:endParaRPr lang="en-US" dirty="0"/>
          </a:p>
        </p:txBody>
      </p:sp>
      <p:sp>
        <p:nvSpPr>
          <p:cNvPr id="22" name="TextBox 21">
            <a:extLst>
              <a:ext uri="{FF2B5EF4-FFF2-40B4-BE49-F238E27FC236}">
                <a16:creationId xmlns:a16="http://schemas.microsoft.com/office/drawing/2014/main" id="{2330CC6A-5A0A-8D58-0383-E5F699D17347}"/>
              </a:ext>
            </a:extLst>
          </p:cNvPr>
          <p:cNvSpPr txBox="1"/>
          <p:nvPr/>
        </p:nvSpPr>
        <p:spPr>
          <a:xfrm>
            <a:off x="11260476" y="7335749"/>
            <a:ext cx="5137078" cy="62170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dirty="0">
                <a:solidFill>
                  <a:schemeClr val="bg1"/>
                </a:solidFill>
                <a:latin typeface="Verdana"/>
                <a:ea typeface="Verdana"/>
                <a:cs typeface="Arial"/>
              </a:rPr>
              <a:t>We have created an Entity Relationship Diagram (ERD) model for our database. This database consists of tables for orders, inventory items, items in the orders</a:t>
            </a:r>
            <a:r>
              <a:rPr lang="en-US" sz="3800" dirty="0">
                <a:solidFill>
                  <a:schemeClr val="bg1"/>
                </a:solidFill>
                <a:latin typeface="Arial"/>
                <a:cs typeface="Arial"/>
              </a:rPr>
              <a:t>, </a:t>
            </a:r>
            <a:r>
              <a:rPr lang="en-US" sz="2400" dirty="0">
                <a:solidFill>
                  <a:schemeClr val="bg1"/>
                </a:solidFill>
                <a:latin typeface="Verdana"/>
                <a:ea typeface="Verdana"/>
                <a:cs typeface="Arial"/>
              </a:rPr>
              <a:t>bundles, users, and logs for keeping track of changes to the database.</a:t>
            </a:r>
          </a:p>
          <a:p>
            <a:endParaRPr lang="en-US" sz="2400" dirty="0">
              <a:solidFill>
                <a:schemeClr val="bg1"/>
              </a:solidFill>
              <a:latin typeface="Verdana"/>
              <a:ea typeface="Verdana"/>
              <a:cs typeface="Arial"/>
            </a:endParaRPr>
          </a:p>
          <a:p>
            <a:r>
              <a:rPr lang="en-US" sz="2400" dirty="0">
                <a:solidFill>
                  <a:schemeClr val="bg1"/>
                </a:solidFill>
                <a:latin typeface="Verdana"/>
                <a:ea typeface="Verdana"/>
                <a:cs typeface="Arial"/>
              </a:rPr>
              <a:t>We have also utilized a Singleton design pattern to ensure that there is only one connection to the database.</a:t>
            </a:r>
          </a:p>
          <a:p>
            <a:endParaRPr lang="en-US" sz="2400" dirty="0">
              <a:solidFill>
                <a:schemeClr val="bg1"/>
              </a:solidFill>
              <a:latin typeface="Verdana"/>
              <a:ea typeface="Verdana"/>
              <a:cs typeface="Arial"/>
            </a:endParaRPr>
          </a:p>
          <a:p>
            <a:endParaRPr lang="en-US" sz="2400" dirty="0">
              <a:solidFill>
                <a:schemeClr val="bg1"/>
              </a:solidFill>
              <a:latin typeface="Verdana"/>
              <a:ea typeface="Verdana"/>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D32CDFED766C34FA4B245A707B7CFEE" ma:contentTypeVersion="10" ma:contentTypeDescription="Create a new document." ma:contentTypeScope="" ma:versionID="ac7be4f140904b0904450ae38c603afb">
  <xsd:schema xmlns:xsd="http://www.w3.org/2001/XMLSchema" xmlns:xs="http://www.w3.org/2001/XMLSchema" xmlns:p="http://schemas.microsoft.com/office/2006/metadata/properties" xmlns:ns3="638ed67b-20b9-4061-9a18-20e86443067d" targetNamespace="http://schemas.microsoft.com/office/2006/metadata/properties" ma:root="true" ma:fieldsID="e64104e6d46d07c9324b5d6dc6870be7" ns3:_="">
    <xsd:import namespace="638ed67b-20b9-4061-9a18-20e86443067d"/>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_activity"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8ed67b-20b9-4061-9a18-20e86443067d"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_activity" ma:index="13" nillable="true" ma:displayName="_activity" ma:hidden="true" ma:internalName="_activity">
      <xsd:simpleType>
        <xsd:restriction base="dms:Note"/>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638ed67b-20b9-4061-9a18-20e86443067d"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7035A9-003D-4B1A-ACCB-239268A61DA1}">
  <ds:schemaRefs>
    <ds:schemaRef ds:uri="638ed67b-20b9-4061-9a18-20e86443067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A28B7BE-1EEF-4846-B0EC-E672D97B7FFD}">
  <ds:schemaRefs>
    <ds:schemaRef ds:uri="638ed67b-20b9-4061-9a18-20e86443067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A638ADA-06DF-45AB-BFB2-D0D6F294C0E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Slides>
  <Notes>1</Notes>
  <HiddenSlides>0</HiddenSlide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Office Theme</vt:lpstr>
      <vt:lpstr>PowerPoint Presentation</vt:lpstr>
    </vt:vector>
  </TitlesOfParts>
  <Company>Elizabethtown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degoedek</dc:creator>
  <cp:revision>175</cp:revision>
  <dcterms:created xsi:type="dcterms:W3CDTF">2008-04-17T15:23:35Z</dcterms:created>
  <dcterms:modified xsi:type="dcterms:W3CDTF">2025-12-12T16:09:41Z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0x010100AD32CDFED766C34FA4B245A707B7CFEE</vt:lpwstr>
  </property>
  <property fmtid="{D5CDD505-2E9C-101B-9397-08002B2CF9AE}" pid="3" name="xd_ProgID">
    <vt:lpwstr/>
  </property>
  <property fmtid="{D5CDD505-2E9C-101B-9397-08002B2CF9AE}" pid="4" name="MediaServiceImageTags">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y fmtid="{D5CDD505-2E9C-101B-9397-08002B2CF9AE}" pid="11" name="xd_Signature">
    <vt:bool>false</vt:bool>
  </property>
</Properties>
</file>