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6"/>
  </p:notesMasterIdLst>
  <p:sldIdLst>
    <p:sldId id="256" r:id="rId5"/>
  </p:sldIdLst>
  <p:sldSz cx="21945600" cy="29260800"/>
  <p:notesSz cx="6858000" cy="9144000"/>
  <p:defaultTextStyle>
    <a:defPPr>
      <a:defRPr lang="en-US"/>
    </a:defPPr>
    <a:lvl1pPr algn="l" defTabSz="1939662" rtl="0" fontAlgn="base">
      <a:spcBef>
        <a:spcPct val="0"/>
      </a:spcBef>
      <a:spcAft>
        <a:spcPct val="0"/>
      </a:spcAft>
      <a:defRPr sz="3838" kern="1200">
        <a:solidFill>
          <a:schemeClr val="tx1"/>
        </a:solidFill>
        <a:latin typeface="Arial" charset="0"/>
        <a:ea typeface="+mn-ea"/>
        <a:cs typeface="+mn-cs"/>
      </a:defRPr>
    </a:lvl1pPr>
    <a:lvl2pPr marL="969831" indent="-686841" algn="l" defTabSz="1939662" rtl="0" fontAlgn="base">
      <a:spcBef>
        <a:spcPct val="0"/>
      </a:spcBef>
      <a:spcAft>
        <a:spcPct val="0"/>
      </a:spcAft>
      <a:defRPr sz="3838" kern="1200">
        <a:solidFill>
          <a:schemeClr val="tx1"/>
        </a:solidFill>
        <a:latin typeface="Arial" charset="0"/>
        <a:ea typeface="+mn-ea"/>
        <a:cs typeface="+mn-cs"/>
      </a:defRPr>
    </a:lvl2pPr>
    <a:lvl3pPr marL="1939662" indent="-1373682" algn="l" defTabSz="1939662" rtl="0" fontAlgn="base">
      <a:spcBef>
        <a:spcPct val="0"/>
      </a:spcBef>
      <a:spcAft>
        <a:spcPct val="0"/>
      </a:spcAft>
      <a:defRPr sz="3838" kern="1200">
        <a:solidFill>
          <a:schemeClr val="tx1"/>
        </a:solidFill>
        <a:latin typeface="Arial" charset="0"/>
        <a:ea typeface="+mn-ea"/>
        <a:cs typeface="+mn-cs"/>
      </a:defRPr>
    </a:lvl3pPr>
    <a:lvl4pPr marL="2910475" indent="-2061505" algn="l" defTabSz="1939662" rtl="0" fontAlgn="base">
      <a:spcBef>
        <a:spcPct val="0"/>
      </a:spcBef>
      <a:spcAft>
        <a:spcPct val="0"/>
      </a:spcAft>
      <a:defRPr sz="3838" kern="1200">
        <a:solidFill>
          <a:schemeClr val="tx1"/>
        </a:solidFill>
        <a:latin typeface="Arial" charset="0"/>
        <a:ea typeface="+mn-ea"/>
        <a:cs typeface="+mn-cs"/>
      </a:defRPr>
    </a:lvl4pPr>
    <a:lvl5pPr marL="3880306" indent="-2748346" algn="l" defTabSz="1939662" rtl="0" fontAlgn="base">
      <a:spcBef>
        <a:spcPct val="0"/>
      </a:spcBef>
      <a:spcAft>
        <a:spcPct val="0"/>
      </a:spcAft>
      <a:defRPr sz="3838" kern="1200">
        <a:solidFill>
          <a:schemeClr val="tx1"/>
        </a:solidFill>
        <a:latin typeface="Arial" charset="0"/>
        <a:ea typeface="+mn-ea"/>
        <a:cs typeface="+mn-cs"/>
      </a:defRPr>
    </a:lvl5pPr>
    <a:lvl6pPr marL="1414951" algn="l" defTabSz="565980" rtl="0" eaLnBrk="1" latinLnBrk="0" hangingPunct="1">
      <a:defRPr sz="3838" kern="1200">
        <a:solidFill>
          <a:schemeClr val="tx1"/>
        </a:solidFill>
        <a:latin typeface="Arial" charset="0"/>
        <a:ea typeface="+mn-ea"/>
        <a:cs typeface="+mn-cs"/>
      </a:defRPr>
    </a:lvl6pPr>
    <a:lvl7pPr marL="1697941" algn="l" defTabSz="565980" rtl="0" eaLnBrk="1" latinLnBrk="0" hangingPunct="1">
      <a:defRPr sz="3838" kern="1200">
        <a:solidFill>
          <a:schemeClr val="tx1"/>
        </a:solidFill>
        <a:latin typeface="Arial" charset="0"/>
        <a:ea typeface="+mn-ea"/>
        <a:cs typeface="+mn-cs"/>
      </a:defRPr>
    </a:lvl7pPr>
    <a:lvl8pPr marL="1980931" algn="l" defTabSz="565980" rtl="0" eaLnBrk="1" latinLnBrk="0" hangingPunct="1">
      <a:defRPr sz="3838" kern="1200">
        <a:solidFill>
          <a:schemeClr val="tx1"/>
        </a:solidFill>
        <a:latin typeface="Arial" charset="0"/>
        <a:ea typeface="+mn-ea"/>
        <a:cs typeface="+mn-cs"/>
      </a:defRPr>
    </a:lvl8pPr>
    <a:lvl9pPr marL="2263921" algn="l" defTabSz="565980" rtl="0" eaLnBrk="1" latinLnBrk="0" hangingPunct="1">
      <a:defRPr sz="3838"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9216" userDrawn="1">
          <p15:clr>
            <a:srgbClr val="A4A3A4"/>
          </p15:clr>
        </p15:guide>
        <p15:guide id="2" pos="6912"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degoedek" initials="kdg"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8C8C8"/>
    <a:srgbClr val="3DB5E6"/>
    <a:srgbClr val="E1261C"/>
    <a:srgbClr val="004B87"/>
    <a:srgbClr val="3FB4E5"/>
    <a:srgbClr val="0A2240"/>
    <a:srgbClr val="004B98"/>
    <a:srgbClr val="101B2C"/>
    <a:srgbClr val="FFFFFF"/>
    <a:srgbClr val="0045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F7B17F7-A383-9CE5-366E-D51BE649C0DE}" v="6" dt="2025-12-12T00:30:34.7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33" d="100"/>
          <a:sy n="33" d="100"/>
        </p:scale>
        <p:origin x="24" y="-1988"/>
      </p:cViewPr>
      <p:guideLst>
        <p:guide orient="horz" pos="9216"/>
        <p:guide pos="6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commentAuthors" Target="commentAuthors.xml"/><Relationship Id="rId12" Type="http://schemas.microsoft.com/office/2015/10/relationships/revisionInfo" Target="revisionInfo.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A0289FA-5C8D-47D8-9AF4-5913895D4286}" type="datetimeFigureOut">
              <a:rPr lang="en-US" smtClean="0"/>
              <a:pPr/>
              <a:t>12/11/2025</a:t>
            </a:fld>
            <a:endParaRPr lang="en-US"/>
          </a:p>
        </p:txBody>
      </p:sp>
      <p:sp>
        <p:nvSpPr>
          <p:cNvPr id="4" name="Slide Image Placeholder 3"/>
          <p:cNvSpPr>
            <a:spLocks noGrp="1" noRot="1" noChangeAspect="1"/>
          </p:cNvSpPr>
          <p:nvPr>
            <p:ph type="sldImg" idx="2"/>
          </p:nvPr>
        </p:nvSpPr>
        <p:spPr>
          <a:xfrm>
            <a:off x="2143125" y="685800"/>
            <a:ext cx="257175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A6CD70C-2E8E-49A7-BA2C-C0D26D39C4C7}" type="slidenum">
              <a:rPr lang="en-US" smtClean="0"/>
              <a:pPr/>
              <a:t>‹#›</a:t>
            </a:fld>
            <a:endParaRPr lang="en-US"/>
          </a:p>
        </p:txBody>
      </p:sp>
    </p:spTree>
    <p:extLst>
      <p:ext uri="{BB962C8B-B14F-4D97-AF65-F5344CB8AC3E}">
        <p14:creationId xmlns:p14="http://schemas.microsoft.com/office/powerpoint/2010/main" val="620869821"/>
      </p:ext>
    </p:extLst>
  </p:cSld>
  <p:clrMap bg1="lt1" tx1="dk1" bg2="lt2" tx2="dk2" accent1="accent1" accent2="accent2" accent3="accent3" accent4="accent4" accent5="accent5" accent6="accent6" hlink="hlink" folHlink="folHlink"/>
  <p:notesStyle>
    <a:lvl1pPr marL="0" algn="l" defTabSz="566014" rtl="0" eaLnBrk="1" latinLnBrk="0" hangingPunct="1">
      <a:defRPr sz="743" kern="1200">
        <a:solidFill>
          <a:schemeClr val="tx1"/>
        </a:solidFill>
        <a:latin typeface="+mn-lt"/>
        <a:ea typeface="+mn-ea"/>
        <a:cs typeface="+mn-cs"/>
      </a:defRPr>
    </a:lvl1pPr>
    <a:lvl2pPr marL="283007" algn="l" defTabSz="566014" rtl="0" eaLnBrk="1" latinLnBrk="0" hangingPunct="1">
      <a:defRPr sz="743" kern="1200">
        <a:solidFill>
          <a:schemeClr val="tx1"/>
        </a:solidFill>
        <a:latin typeface="+mn-lt"/>
        <a:ea typeface="+mn-ea"/>
        <a:cs typeface="+mn-cs"/>
      </a:defRPr>
    </a:lvl2pPr>
    <a:lvl3pPr marL="566014" algn="l" defTabSz="566014" rtl="0" eaLnBrk="1" latinLnBrk="0" hangingPunct="1">
      <a:defRPr sz="743" kern="1200">
        <a:solidFill>
          <a:schemeClr val="tx1"/>
        </a:solidFill>
        <a:latin typeface="+mn-lt"/>
        <a:ea typeface="+mn-ea"/>
        <a:cs typeface="+mn-cs"/>
      </a:defRPr>
    </a:lvl3pPr>
    <a:lvl4pPr marL="849020" algn="l" defTabSz="566014" rtl="0" eaLnBrk="1" latinLnBrk="0" hangingPunct="1">
      <a:defRPr sz="743" kern="1200">
        <a:solidFill>
          <a:schemeClr val="tx1"/>
        </a:solidFill>
        <a:latin typeface="+mn-lt"/>
        <a:ea typeface="+mn-ea"/>
        <a:cs typeface="+mn-cs"/>
      </a:defRPr>
    </a:lvl4pPr>
    <a:lvl5pPr marL="1132027" algn="l" defTabSz="566014" rtl="0" eaLnBrk="1" latinLnBrk="0" hangingPunct="1">
      <a:defRPr sz="743" kern="1200">
        <a:solidFill>
          <a:schemeClr val="tx1"/>
        </a:solidFill>
        <a:latin typeface="+mn-lt"/>
        <a:ea typeface="+mn-ea"/>
        <a:cs typeface="+mn-cs"/>
      </a:defRPr>
    </a:lvl5pPr>
    <a:lvl6pPr marL="1415034" algn="l" defTabSz="566014" rtl="0" eaLnBrk="1" latinLnBrk="0" hangingPunct="1">
      <a:defRPr sz="743" kern="1200">
        <a:solidFill>
          <a:schemeClr val="tx1"/>
        </a:solidFill>
        <a:latin typeface="+mn-lt"/>
        <a:ea typeface="+mn-ea"/>
        <a:cs typeface="+mn-cs"/>
      </a:defRPr>
    </a:lvl6pPr>
    <a:lvl7pPr marL="1698041" algn="l" defTabSz="566014" rtl="0" eaLnBrk="1" latinLnBrk="0" hangingPunct="1">
      <a:defRPr sz="743" kern="1200">
        <a:solidFill>
          <a:schemeClr val="tx1"/>
        </a:solidFill>
        <a:latin typeface="+mn-lt"/>
        <a:ea typeface="+mn-ea"/>
        <a:cs typeface="+mn-cs"/>
      </a:defRPr>
    </a:lvl7pPr>
    <a:lvl8pPr marL="1981048" algn="l" defTabSz="566014" rtl="0" eaLnBrk="1" latinLnBrk="0" hangingPunct="1">
      <a:defRPr sz="743" kern="1200">
        <a:solidFill>
          <a:schemeClr val="tx1"/>
        </a:solidFill>
        <a:latin typeface="+mn-lt"/>
        <a:ea typeface="+mn-ea"/>
        <a:cs typeface="+mn-cs"/>
      </a:defRPr>
    </a:lvl8pPr>
    <a:lvl9pPr marL="2264054" algn="l" defTabSz="566014" rtl="0" eaLnBrk="1" latinLnBrk="0" hangingPunct="1">
      <a:defRPr sz="743"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43125" y="685800"/>
            <a:ext cx="2571750" cy="3429000"/>
          </a:xfrm>
        </p:spPr>
      </p:sp>
      <p:sp>
        <p:nvSpPr>
          <p:cNvPr id="3" name="Notes Placeholder 2"/>
          <p:cNvSpPr>
            <a:spLocks noGrp="1"/>
          </p:cNvSpPr>
          <p:nvPr>
            <p:ph type="body" idx="1"/>
          </p:nvPr>
        </p:nvSpPr>
        <p:spPr/>
        <p:txBody>
          <a:bodyPr>
            <a:normAutofit/>
          </a:bodyPr>
          <a:lstStyle/>
          <a:p>
            <a:r>
              <a:rPr lang="en-US" sz="800">
                <a:solidFill>
                  <a:schemeClr val="bg1"/>
                </a:solidFill>
              </a:rPr>
              <a:t>Introduction. Include the student name, company name, internship location, internship position, and internship dates. Also note the course rubric and number, course title, and instructor(s). In addition, describe how you secured the internship.</a:t>
            </a:r>
          </a:p>
          <a:p>
            <a:r>
              <a:rPr lang="en-US" sz="800">
                <a:solidFill>
                  <a:schemeClr val="bg1"/>
                </a:solidFill>
              </a:rPr>
              <a:t>Abstract. The abstract should provide a concise summary of what was done and learned in the internship and the course.</a:t>
            </a:r>
          </a:p>
          <a:p>
            <a:r>
              <a:rPr lang="en-US" sz="800">
                <a:solidFill>
                  <a:schemeClr val="bg1"/>
                </a:solidFill>
              </a:rPr>
              <a:t>Learning Objectives. List 2 to 5 learning objectives that you had planned to achieve by completing the internship.</a:t>
            </a:r>
          </a:p>
          <a:p>
            <a:r>
              <a:rPr lang="en-US" sz="800">
                <a:solidFill>
                  <a:schemeClr val="bg1"/>
                </a:solidFill>
              </a:rPr>
              <a:t>Description of Key Responsibilities. Summarize the major responsibilities, activities, and project(s) completed during the internship.</a:t>
            </a:r>
          </a:p>
          <a:p>
            <a:r>
              <a:rPr lang="en-US" sz="800">
                <a:solidFill>
                  <a:schemeClr val="bg1"/>
                </a:solidFill>
              </a:rPr>
              <a:t>Application of VWU courses to the internship. Explain how your coursework  helped with the internship. Link relevant courses, theories, and concepts to their applications within the internship.</a:t>
            </a:r>
          </a:p>
          <a:p>
            <a:r>
              <a:rPr lang="en-US" sz="800">
                <a:solidFill>
                  <a:schemeClr val="bg1"/>
                </a:solidFill>
              </a:rPr>
              <a:t>Lessons Learned. Explain what you learned about the industry, the company, the career process, and yourself through the internship experience.</a:t>
            </a:r>
          </a:p>
          <a:p>
            <a:r>
              <a:rPr lang="en-US" sz="800">
                <a:solidFill>
                  <a:schemeClr val="bg1"/>
                </a:solidFill>
              </a:rPr>
              <a:t>Acknowledgements. Recognize the people who helped you, including the internship site supervisor, the course instructor, and mentors. Include full titles in the acknowledgements. In addition, acknowledge funding sources.</a:t>
            </a:r>
          </a:p>
          <a:p>
            <a:r>
              <a:rPr lang="en-US" sz="800">
                <a:solidFill>
                  <a:schemeClr val="bg1"/>
                </a:solidFill>
              </a:rPr>
              <a:t>Visuals. Incorporate visual aids to illustrate key points. Be sure to label all visuals. Include: names, dates, locations, and photographers. Do not include photographs of children unless you have secured approval from your site supervisor to use the children’s images.</a:t>
            </a:r>
          </a:p>
          <a:p>
            <a:endParaRPr lang="en-US"/>
          </a:p>
        </p:txBody>
      </p:sp>
      <p:sp>
        <p:nvSpPr>
          <p:cNvPr id="4" name="Slide Number Placeholder 3"/>
          <p:cNvSpPr>
            <a:spLocks noGrp="1"/>
          </p:cNvSpPr>
          <p:nvPr>
            <p:ph type="sldNum" sz="quarter" idx="10"/>
          </p:nvPr>
        </p:nvSpPr>
        <p:spPr/>
        <p:txBody>
          <a:bodyPr/>
          <a:lstStyle/>
          <a:p>
            <a:fld id="{FA6CD70C-2E8E-49A7-BA2C-C0D26D39C4C7}" type="slidenum">
              <a:rPr lang="en-US" smtClean="0"/>
              <a:pPr/>
              <a:t>1</a:t>
            </a:fld>
            <a:endParaRPr lang="en-US"/>
          </a:p>
        </p:txBody>
      </p:sp>
    </p:spTree>
    <p:extLst>
      <p:ext uri="{BB962C8B-B14F-4D97-AF65-F5344CB8AC3E}">
        <p14:creationId xmlns:p14="http://schemas.microsoft.com/office/powerpoint/2010/main" val="159076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45920" y="9089819"/>
            <a:ext cx="18653760" cy="6272107"/>
          </a:xfrm>
        </p:spPr>
        <p:txBody>
          <a:bodyPr/>
          <a:lstStyle/>
          <a:p>
            <a:r>
              <a:rPr lang="en-US"/>
              <a:t>Click to edit Master title style</a:t>
            </a:r>
          </a:p>
        </p:txBody>
      </p:sp>
      <p:sp>
        <p:nvSpPr>
          <p:cNvPr id="3" name="Subtitle 2"/>
          <p:cNvSpPr>
            <a:spLocks noGrp="1"/>
          </p:cNvSpPr>
          <p:nvPr>
            <p:ph type="subTitle" idx="1"/>
          </p:nvPr>
        </p:nvSpPr>
        <p:spPr>
          <a:xfrm>
            <a:off x="3291840" y="16581120"/>
            <a:ext cx="15361920" cy="7477760"/>
          </a:xfrm>
        </p:spPr>
        <p:txBody>
          <a:bodyPr/>
          <a:lstStyle>
            <a:lvl1pPr marL="0" indent="0" algn="ctr">
              <a:buNone/>
              <a:defRPr>
                <a:solidFill>
                  <a:schemeClr val="tx1">
                    <a:tint val="75000"/>
                  </a:schemeClr>
                </a:solidFill>
              </a:defRPr>
            </a:lvl1pPr>
            <a:lvl2pPr marL="1175564" indent="0" algn="ctr">
              <a:buNone/>
              <a:defRPr>
                <a:solidFill>
                  <a:schemeClr val="tx1">
                    <a:tint val="75000"/>
                  </a:schemeClr>
                </a:solidFill>
              </a:defRPr>
            </a:lvl2pPr>
            <a:lvl3pPr marL="2351126" indent="0" algn="ctr">
              <a:buNone/>
              <a:defRPr>
                <a:solidFill>
                  <a:schemeClr val="tx1">
                    <a:tint val="75000"/>
                  </a:schemeClr>
                </a:solidFill>
              </a:defRPr>
            </a:lvl3pPr>
            <a:lvl4pPr marL="3526691" indent="0" algn="ctr">
              <a:buNone/>
              <a:defRPr>
                <a:solidFill>
                  <a:schemeClr val="tx1">
                    <a:tint val="75000"/>
                  </a:schemeClr>
                </a:solidFill>
              </a:defRPr>
            </a:lvl4pPr>
            <a:lvl5pPr marL="4702254" indent="0" algn="ctr">
              <a:buNone/>
              <a:defRPr>
                <a:solidFill>
                  <a:schemeClr val="tx1">
                    <a:tint val="75000"/>
                  </a:schemeClr>
                </a:solidFill>
              </a:defRPr>
            </a:lvl5pPr>
            <a:lvl6pPr marL="5877818" indent="0" algn="ctr">
              <a:buNone/>
              <a:defRPr>
                <a:solidFill>
                  <a:schemeClr val="tx1">
                    <a:tint val="75000"/>
                  </a:schemeClr>
                </a:solidFill>
              </a:defRPr>
            </a:lvl6pPr>
            <a:lvl7pPr marL="7053381" indent="0" algn="ctr">
              <a:buNone/>
              <a:defRPr>
                <a:solidFill>
                  <a:schemeClr val="tx1">
                    <a:tint val="75000"/>
                  </a:schemeClr>
                </a:solidFill>
              </a:defRPr>
            </a:lvl7pPr>
            <a:lvl8pPr marL="8228945" indent="0" algn="ctr">
              <a:buNone/>
              <a:defRPr>
                <a:solidFill>
                  <a:schemeClr val="tx1">
                    <a:tint val="75000"/>
                  </a:schemeClr>
                </a:solidFill>
              </a:defRPr>
            </a:lvl8pPr>
            <a:lvl9pPr marL="9404509"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029158D-6B6E-4D78-93B6-6920100973F3}" type="datetimeFigureOut">
              <a:rPr lang="en-US"/>
              <a:pPr>
                <a:defRPr/>
              </a:pPr>
              <a:t>12/11/2025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271CC3F-1E9C-4E57-919F-E376A2C7E02A}"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955D4687-38C3-4531-A6E9-6AB865D6205A}" type="datetimeFigureOut">
              <a:rPr lang="en-US"/>
              <a:pPr>
                <a:defRPr/>
              </a:pPr>
              <a:t>12/11/2025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523B9CE4-6753-42B8-8F48-A6E97CD40130}"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33552" y="18802776"/>
            <a:ext cx="18653760" cy="5811520"/>
          </a:xfrm>
        </p:spPr>
        <p:txBody>
          <a:bodyPr anchor="t"/>
          <a:lstStyle>
            <a:lvl1pPr algn="l">
              <a:defRPr sz="10275" b="1" cap="all"/>
            </a:lvl1pPr>
          </a:lstStyle>
          <a:p>
            <a:r>
              <a:rPr lang="en-US"/>
              <a:t>Click to edit Master title style</a:t>
            </a:r>
          </a:p>
        </p:txBody>
      </p:sp>
      <p:sp>
        <p:nvSpPr>
          <p:cNvPr id="3" name="Text Placeholder 2"/>
          <p:cNvSpPr>
            <a:spLocks noGrp="1"/>
          </p:cNvSpPr>
          <p:nvPr>
            <p:ph type="body" idx="1"/>
          </p:nvPr>
        </p:nvSpPr>
        <p:spPr>
          <a:xfrm>
            <a:off x="1733552" y="12401979"/>
            <a:ext cx="18653760" cy="6400797"/>
          </a:xfrm>
        </p:spPr>
        <p:txBody>
          <a:bodyPr anchor="b"/>
          <a:lstStyle>
            <a:lvl1pPr marL="0" indent="0">
              <a:buNone/>
              <a:defRPr sz="5175">
                <a:solidFill>
                  <a:schemeClr val="tx1">
                    <a:tint val="75000"/>
                  </a:schemeClr>
                </a:solidFill>
              </a:defRPr>
            </a:lvl1pPr>
            <a:lvl2pPr marL="1175564" indent="0">
              <a:buNone/>
              <a:defRPr sz="4650">
                <a:solidFill>
                  <a:schemeClr val="tx1">
                    <a:tint val="75000"/>
                  </a:schemeClr>
                </a:solidFill>
              </a:defRPr>
            </a:lvl2pPr>
            <a:lvl3pPr marL="2351126" indent="0">
              <a:buNone/>
              <a:defRPr sz="4125">
                <a:solidFill>
                  <a:schemeClr val="tx1">
                    <a:tint val="75000"/>
                  </a:schemeClr>
                </a:solidFill>
              </a:defRPr>
            </a:lvl3pPr>
            <a:lvl4pPr marL="3526691" indent="0">
              <a:buNone/>
              <a:defRPr sz="3600">
                <a:solidFill>
                  <a:schemeClr val="tx1">
                    <a:tint val="75000"/>
                  </a:schemeClr>
                </a:solidFill>
              </a:defRPr>
            </a:lvl4pPr>
            <a:lvl5pPr marL="4702254" indent="0">
              <a:buNone/>
              <a:defRPr sz="3600">
                <a:solidFill>
                  <a:schemeClr val="tx1">
                    <a:tint val="75000"/>
                  </a:schemeClr>
                </a:solidFill>
              </a:defRPr>
            </a:lvl5pPr>
            <a:lvl6pPr marL="5877818" indent="0">
              <a:buNone/>
              <a:defRPr sz="3600">
                <a:solidFill>
                  <a:schemeClr val="tx1">
                    <a:tint val="75000"/>
                  </a:schemeClr>
                </a:solidFill>
              </a:defRPr>
            </a:lvl6pPr>
            <a:lvl7pPr marL="7053381" indent="0">
              <a:buNone/>
              <a:defRPr sz="3600">
                <a:solidFill>
                  <a:schemeClr val="tx1">
                    <a:tint val="75000"/>
                  </a:schemeClr>
                </a:solidFill>
              </a:defRPr>
            </a:lvl7pPr>
            <a:lvl8pPr marL="8228945" indent="0">
              <a:buNone/>
              <a:defRPr sz="3600">
                <a:solidFill>
                  <a:schemeClr val="tx1">
                    <a:tint val="75000"/>
                  </a:schemeClr>
                </a:solidFill>
              </a:defRPr>
            </a:lvl8pPr>
            <a:lvl9pPr marL="9404509" indent="0">
              <a:buNone/>
              <a:defRPr sz="3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DCD13D2-FBB1-4B8B-914B-8F8D5039E153}" type="datetimeFigureOut">
              <a:rPr lang="en-US"/>
              <a:pPr>
                <a:defRPr/>
              </a:pPr>
              <a:t>12/11/2025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604BDD1B-1EA8-45BB-B9D7-5F8C734133B5}"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950973" y="21850776"/>
            <a:ext cx="35368228" cy="61793123"/>
          </a:xfrm>
        </p:spPr>
        <p:txBody>
          <a:bodyPr/>
          <a:lstStyle>
            <a:lvl1pPr>
              <a:defRPr sz="7200"/>
            </a:lvl1pPr>
            <a:lvl2pPr>
              <a:defRPr sz="6150"/>
            </a:lvl2pPr>
            <a:lvl3pPr>
              <a:defRPr sz="5175"/>
            </a:lvl3pPr>
            <a:lvl4pPr>
              <a:defRPr sz="4650"/>
            </a:lvl4pPr>
            <a:lvl5pPr>
              <a:defRPr sz="4650"/>
            </a:lvl5pPr>
            <a:lvl6pPr>
              <a:defRPr sz="4650"/>
            </a:lvl6pPr>
            <a:lvl7pPr>
              <a:defRPr sz="4650"/>
            </a:lvl7pPr>
            <a:lvl8pPr>
              <a:defRPr sz="4650"/>
            </a:lvl8pPr>
            <a:lvl9pPr>
              <a:defRPr sz="46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9684966" y="21850776"/>
            <a:ext cx="35368232" cy="61793123"/>
          </a:xfrm>
        </p:spPr>
        <p:txBody>
          <a:bodyPr/>
          <a:lstStyle>
            <a:lvl1pPr>
              <a:defRPr sz="7200"/>
            </a:lvl1pPr>
            <a:lvl2pPr>
              <a:defRPr sz="6150"/>
            </a:lvl2pPr>
            <a:lvl3pPr>
              <a:defRPr sz="5175"/>
            </a:lvl3pPr>
            <a:lvl4pPr>
              <a:defRPr sz="4650"/>
            </a:lvl4pPr>
            <a:lvl5pPr>
              <a:defRPr sz="4650"/>
            </a:lvl5pPr>
            <a:lvl6pPr>
              <a:defRPr sz="4650"/>
            </a:lvl6pPr>
            <a:lvl7pPr>
              <a:defRPr sz="4650"/>
            </a:lvl7pPr>
            <a:lvl8pPr>
              <a:defRPr sz="4650"/>
            </a:lvl8pPr>
            <a:lvl9pPr>
              <a:defRPr sz="46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88D31E0E-49E0-4EB1-9190-AEA9D3D452E8}" type="datetimeFigureOut">
              <a:rPr lang="en-US"/>
              <a:pPr>
                <a:defRPr/>
              </a:pPr>
              <a:t>12/11/2025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0E52B582-4A62-433E-96E7-8A568324CB4D}"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097280" y="1171789"/>
            <a:ext cx="19751040" cy="48768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097281" y="6549816"/>
            <a:ext cx="9696452" cy="2729651"/>
          </a:xfrm>
        </p:spPr>
        <p:txBody>
          <a:bodyPr anchor="b"/>
          <a:lstStyle>
            <a:lvl1pPr marL="0" indent="0">
              <a:buNone/>
              <a:defRPr sz="6150" b="1"/>
            </a:lvl1pPr>
            <a:lvl2pPr marL="1175564" indent="0">
              <a:buNone/>
              <a:defRPr sz="5175" b="1"/>
            </a:lvl2pPr>
            <a:lvl3pPr marL="2351126" indent="0">
              <a:buNone/>
              <a:defRPr sz="4650" b="1"/>
            </a:lvl3pPr>
            <a:lvl4pPr marL="3526691" indent="0">
              <a:buNone/>
              <a:defRPr sz="4125" b="1"/>
            </a:lvl4pPr>
            <a:lvl5pPr marL="4702254" indent="0">
              <a:buNone/>
              <a:defRPr sz="4125" b="1"/>
            </a:lvl5pPr>
            <a:lvl6pPr marL="5877818" indent="0">
              <a:buNone/>
              <a:defRPr sz="4125" b="1"/>
            </a:lvl6pPr>
            <a:lvl7pPr marL="7053381" indent="0">
              <a:buNone/>
              <a:defRPr sz="4125" b="1"/>
            </a:lvl7pPr>
            <a:lvl8pPr marL="8228945" indent="0">
              <a:buNone/>
              <a:defRPr sz="4125" b="1"/>
            </a:lvl8pPr>
            <a:lvl9pPr marL="9404509" indent="0">
              <a:buNone/>
              <a:defRPr sz="4125" b="1"/>
            </a:lvl9pPr>
          </a:lstStyle>
          <a:p>
            <a:pPr lvl="0"/>
            <a:r>
              <a:rPr lang="en-US"/>
              <a:t>Click to edit Master text styles</a:t>
            </a:r>
          </a:p>
        </p:txBody>
      </p:sp>
      <p:sp>
        <p:nvSpPr>
          <p:cNvPr id="4" name="Content Placeholder 3"/>
          <p:cNvSpPr>
            <a:spLocks noGrp="1"/>
          </p:cNvSpPr>
          <p:nvPr>
            <p:ph sz="half" idx="2"/>
          </p:nvPr>
        </p:nvSpPr>
        <p:spPr>
          <a:xfrm>
            <a:off x="1097281" y="9279467"/>
            <a:ext cx="9696452" cy="16858829"/>
          </a:xfrm>
        </p:spPr>
        <p:txBody>
          <a:bodyPr/>
          <a:lstStyle>
            <a:lvl1pPr>
              <a:defRPr sz="6150"/>
            </a:lvl1pPr>
            <a:lvl2pPr>
              <a:defRPr sz="5175"/>
            </a:lvl2pPr>
            <a:lvl3pPr>
              <a:defRPr sz="4650"/>
            </a:lvl3pPr>
            <a:lvl4pPr>
              <a:defRPr sz="4125"/>
            </a:lvl4pPr>
            <a:lvl5pPr>
              <a:defRPr sz="4125"/>
            </a:lvl5pPr>
            <a:lvl6pPr>
              <a:defRPr sz="4125"/>
            </a:lvl6pPr>
            <a:lvl7pPr>
              <a:defRPr sz="4125"/>
            </a:lvl7pPr>
            <a:lvl8pPr>
              <a:defRPr sz="4125"/>
            </a:lvl8pPr>
            <a:lvl9pPr>
              <a:defRPr sz="412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1148066" y="6549816"/>
            <a:ext cx="9700261" cy="2729651"/>
          </a:xfrm>
        </p:spPr>
        <p:txBody>
          <a:bodyPr anchor="b"/>
          <a:lstStyle>
            <a:lvl1pPr marL="0" indent="0">
              <a:buNone/>
              <a:defRPr sz="6150" b="1"/>
            </a:lvl1pPr>
            <a:lvl2pPr marL="1175564" indent="0">
              <a:buNone/>
              <a:defRPr sz="5175" b="1"/>
            </a:lvl2pPr>
            <a:lvl3pPr marL="2351126" indent="0">
              <a:buNone/>
              <a:defRPr sz="4650" b="1"/>
            </a:lvl3pPr>
            <a:lvl4pPr marL="3526691" indent="0">
              <a:buNone/>
              <a:defRPr sz="4125" b="1"/>
            </a:lvl4pPr>
            <a:lvl5pPr marL="4702254" indent="0">
              <a:buNone/>
              <a:defRPr sz="4125" b="1"/>
            </a:lvl5pPr>
            <a:lvl6pPr marL="5877818" indent="0">
              <a:buNone/>
              <a:defRPr sz="4125" b="1"/>
            </a:lvl6pPr>
            <a:lvl7pPr marL="7053381" indent="0">
              <a:buNone/>
              <a:defRPr sz="4125" b="1"/>
            </a:lvl7pPr>
            <a:lvl8pPr marL="8228945" indent="0">
              <a:buNone/>
              <a:defRPr sz="4125" b="1"/>
            </a:lvl8pPr>
            <a:lvl9pPr marL="9404509" indent="0">
              <a:buNone/>
              <a:defRPr sz="4125" b="1"/>
            </a:lvl9pPr>
          </a:lstStyle>
          <a:p>
            <a:pPr lvl="0"/>
            <a:r>
              <a:rPr lang="en-US"/>
              <a:t>Click to edit Master text styles</a:t>
            </a:r>
          </a:p>
        </p:txBody>
      </p:sp>
      <p:sp>
        <p:nvSpPr>
          <p:cNvPr id="6" name="Content Placeholder 5"/>
          <p:cNvSpPr>
            <a:spLocks noGrp="1"/>
          </p:cNvSpPr>
          <p:nvPr>
            <p:ph sz="quarter" idx="4"/>
          </p:nvPr>
        </p:nvSpPr>
        <p:spPr>
          <a:xfrm>
            <a:off x="11148066" y="9279467"/>
            <a:ext cx="9700261" cy="16858829"/>
          </a:xfrm>
        </p:spPr>
        <p:txBody>
          <a:bodyPr/>
          <a:lstStyle>
            <a:lvl1pPr>
              <a:defRPr sz="6150"/>
            </a:lvl1pPr>
            <a:lvl2pPr>
              <a:defRPr sz="5175"/>
            </a:lvl2pPr>
            <a:lvl3pPr>
              <a:defRPr sz="4650"/>
            </a:lvl3pPr>
            <a:lvl4pPr>
              <a:defRPr sz="4125"/>
            </a:lvl4pPr>
            <a:lvl5pPr>
              <a:defRPr sz="4125"/>
            </a:lvl5pPr>
            <a:lvl6pPr>
              <a:defRPr sz="4125"/>
            </a:lvl6pPr>
            <a:lvl7pPr>
              <a:defRPr sz="4125"/>
            </a:lvl7pPr>
            <a:lvl8pPr>
              <a:defRPr sz="4125"/>
            </a:lvl8pPr>
            <a:lvl9pPr>
              <a:defRPr sz="412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24469AA2-567D-48F6-8009-8243608F5154}" type="datetimeFigureOut">
              <a:rPr lang="en-US"/>
              <a:pPr>
                <a:defRPr/>
              </a:pPr>
              <a:t>12/11/2025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DEDECC6-D58F-4345-B1DF-D7F522F33F7B}"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FF9B013C-FA7E-4D5F-8D61-C9AF5DBE162E}" type="datetimeFigureOut">
              <a:rPr lang="en-US"/>
              <a:pPr>
                <a:defRPr/>
              </a:pPr>
              <a:t>12/11/2025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97A674F3-3B5E-4B1C-BBE0-3592E8C42161}"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B09ED3E8-711D-4817-B45E-BDB8BE0A7238}" type="datetimeFigureOut">
              <a:rPr lang="en-US"/>
              <a:pPr>
                <a:defRPr/>
              </a:pPr>
              <a:t>12/11/2025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5544818-5BB0-475F-B3FB-6E5EC34FCC4D}"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97285" y="1165013"/>
            <a:ext cx="7219952" cy="4958080"/>
          </a:xfrm>
        </p:spPr>
        <p:txBody>
          <a:bodyPr anchor="b"/>
          <a:lstStyle>
            <a:lvl1pPr algn="l">
              <a:defRPr sz="5175" b="1"/>
            </a:lvl1pPr>
          </a:lstStyle>
          <a:p>
            <a:r>
              <a:rPr lang="en-US"/>
              <a:t>Click to edit Master title style</a:t>
            </a:r>
          </a:p>
        </p:txBody>
      </p:sp>
      <p:sp>
        <p:nvSpPr>
          <p:cNvPr id="3" name="Content Placeholder 2"/>
          <p:cNvSpPr>
            <a:spLocks noGrp="1"/>
          </p:cNvSpPr>
          <p:nvPr>
            <p:ph idx="1"/>
          </p:nvPr>
        </p:nvSpPr>
        <p:spPr>
          <a:xfrm>
            <a:off x="8580121" y="1165016"/>
            <a:ext cx="12268200" cy="24973283"/>
          </a:xfrm>
        </p:spPr>
        <p:txBody>
          <a:bodyPr/>
          <a:lstStyle>
            <a:lvl1pPr>
              <a:defRPr sz="8250"/>
            </a:lvl1pPr>
            <a:lvl2pPr>
              <a:defRPr sz="7200"/>
            </a:lvl2pPr>
            <a:lvl3pPr>
              <a:defRPr sz="6150"/>
            </a:lvl3pPr>
            <a:lvl4pPr>
              <a:defRPr sz="5175"/>
            </a:lvl4pPr>
            <a:lvl5pPr>
              <a:defRPr sz="5175"/>
            </a:lvl5pPr>
            <a:lvl6pPr>
              <a:defRPr sz="5175"/>
            </a:lvl6pPr>
            <a:lvl7pPr>
              <a:defRPr sz="5175"/>
            </a:lvl7pPr>
            <a:lvl8pPr>
              <a:defRPr sz="5175"/>
            </a:lvl8pPr>
            <a:lvl9pPr>
              <a:defRPr sz="517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097285" y="6123096"/>
            <a:ext cx="7219952" cy="20015203"/>
          </a:xfrm>
        </p:spPr>
        <p:txBody>
          <a:bodyPr/>
          <a:lstStyle>
            <a:lvl1pPr marL="0" indent="0">
              <a:buNone/>
              <a:defRPr sz="3600"/>
            </a:lvl1pPr>
            <a:lvl2pPr marL="1175564" indent="0">
              <a:buNone/>
              <a:defRPr sz="3075"/>
            </a:lvl2pPr>
            <a:lvl3pPr marL="2351126" indent="0">
              <a:buNone/>
              <a:defRPr sz="2550"/>
            </a:lvl3pPr>
            <a:lvl4pPr marL="3526691" indent="0">
              <a:buNone/>
              <a:defRPr sz="2325"/>
            </a:lvl4pPr>
            <a:lvl5pPr marL="4702254" indent="0">
              <a:buNone/>
              <a:defRPr sz="2325"/>
            </a:lvl5pPr>
            <a:lvl6pPr marL="5877818" indent="0">
              <a:buNone/>
              <a:defRPr sz="2325"/>
            </a:lvl6pPr>
            <a:lvl7pPr marL="7053381" indent="0">
              <a:buNone/>
              <a:defRPr sz="2325"/>
            </a:lvl7pPr>
            <a:lvl8pPr marL="8228945" indent="0">
              <a:buNone/>
              <a:defRPr sz="2325"/>
            </a:lvl8pPr>
            <a:lvl9pPr marL="9404509" indent="0">
              <a:buNone/>
              <a:defRPr sz="2325"/>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7296447-A170-413D-B320-9948716ECEDA}" type="datetimeFigureOut">
              <a:rPr lang="en-US"/>
              <a:pPr>
                <a:defRPr/>
              </a:pPr>
              <a:t>12/11/2025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F84302A0-9B03-431D-8599-98F4424EF77F}"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301492" y="20482560"/>
            <a:ext cx="13167360" cy="2418083"/>
          </a:xfrm>
        </p:spPr>
        <p:txBody>
          <a:bodyPr anchor="b"/>
          <a:lstStyle>
            <a:lvl1pPr algn="l">
              <a:defRPr sz="5175" b="1"/>
            </a:lvl1pPr>
          </a:lstStyle>
          <a:p>
            <a:r>
              <a:rPr lang="en-US"/>
              <a:t>Click to edit Master title style</a:t>
            </a:r>
          </a:p>
        </p:txBody>
      </p:sp>
      <p:sp>
        <p:nvSpPr>
          <p:cNvPr id="3" name="Picture Placeholder 2"/>
          <p:cNvSpPr>
            <a:spLocks noGrp="1"/>
          </p:cNvSpPr>
          <p:nvPr>
            <p:ph type="pic" idx="1"/>
          </p:nvPr>
        </p:nvSpPr>
        <p:spPr>
          <a:xfrm>
            <a:off x="4301492" y="2614507"/>
            <a:ext cx="13167360" cy="17556480"/>
          </a:xfrm>
        </p:spPr>
        <p:txBody>
          <a:bodyPr rtlCol="0">
            <a:normAutofit/>
          </a:bodyPr>
          <a:lstStyle>
            <a:lvl1pPr marL="0" indent="0">
              <a:buNone/>
              <a:defRPr sz="8250"/>
            </a:lvl1pPr>
            <a:lvl2pPr marL="1175564" indent="0">
              <a:buNone/>
              <a:defRPr sz="7200"/>
            </a:lvl2pPr>
            <a:lvl3pPr marL="2351126" indent="0">
              <a:buNone/>
              <a:defRPr sz="6150"/>
            </a:lvl3pPr>
            <a:lvl4pPr marL="3526691" indent="0">
              <a:buNone/>
              <a:defRPr sz="5175"/>
            </a:lvl4pPr>
            <a:lvl5pPr marL="4702254" indent="0">
              <a:buNone/>
              <a:defRPr sz="5175"/>
            </a:lvl5pPr>
            <a:lvl6pPr marL="5877818" indent="0">
              <a:buNone/>
              <a:defRPr sz="5175"/>
            </a:lvl6pPr>
            <a:lvl7pPr marL="7053381" indent="0">
              <a:buNone/>
              <a:defRPr sz="5175"/>
            </a:lvl7pPr>
            <a:lvl8pPr marL="8228945" indent="0">
              <a:buNone/>
              <a:defRPr sz="5175"/>
            </a:lvl8pPr>
            <a:lvl9pPr marL="9404509" indent="0">
              <a:buNone/>
              <a:defRPr sz="5175"/>
            </a:lvl9pPr>
          </a:lstStyle>
          <a:p>
            <a:pPr lvl="0"/>
            <a:endParaRPr lang="en-US" noProof="0"/>
          </a:p>
        </p:txBody>
      </p:sp>
      <p:sp>
        <p:nvSpPr>
          <p:cNvPr id="4" name="Text Placeholder 3"/>
          <p:cNvSpPr>
            <a:spLocks noGrp="1"/>
          </p:cNvSpPr>
          <p:nvPr>
            <p:ph type="body" sz="half" idx="2"/>
          </p:nvPr>
        </p:nvSpPr>
        <p:spPr>
          <a:xfrm>
            <a:off x="4301492" y="22900643"/>
            <a:ext cx="13167360" cy="3434077"/>
          </a:xfrm>
        </p:spPr>
        <p:txBody>
          <a:bodyPr/>
          <a:lstStyle>
            <a:lvl1pPr marL="0" indent="0">
              <a:buNone/>
              <a:defRPr sz="3600"/>
            </a:lvl1pPr>
            <a:lvl2pPr marL="1175564" indent="0">
              <a:buNone/>
              <a:defRPr sz="3075"/>
            </a:lvl2pPr>
            <a:lvl3pPr marL="2351126" indent="0">
              <a:buNone/>
              <a:defRPr sz="2550"/>
            </a:lvl3pPr>
            <a:lvl4pPr marL="3526691" indent="0">
              <a:buNone/>
              <a:defRPr sz="2325"/>
            </a:lvl4pPr>
            <a:lvl5pPr marL="4702254" indent="0">
              <a:buNone/>
              <a:defRPr sz="2325"/>
            </a:lvl5pPr>
            <a:lvl6pPr marL="5877818" indent="0">
              <a:buNone/>
              <a:defRPr sz="2325"/>
            </a:lvl6pPr>
            <a:lvl7pPr marL="7053381" indent="0">
              <a:buNone/>
              <a:defRPr sz="2325"/>
            </a:lvl7pPr>
            <a:lvl8pPr marL="8228945" indent="0">
              <a:buNone/>
              <a:defRPr sz="2325"/>
            </a:lvl8pPr>
            <a:lvl9pPr marL="9404509" indent="0">
              <a:buNone/>
              <a:defRPr sz="2325"/>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F41B37A0-EBDB-499C-B079-B872E0BCD037}" type="datetimeFigureOut">
              <a:rPr lang="en-US"/>
              <a:pPr>
                <a:defRPr/>
              </a:pPr>
              <a:t>12/11/2025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065931EA-95DA-4C86-8309-92135ED4E5A9}"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FF731B38-D9A0-43AB-B1CD-20127BEF1F38}" type="datetimeFigureOut">
              <a:rPr lang="en-US"/>
              <a:pPr>
                <a:defRPr/>
              </a:pPr>
              <a:t>12/11/2025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E91FA70-FEAA-44B9-BD3A-08B5307AAE28}"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7279541" y="3752429"/>
            <a:ext cx="17773652" cy="7989146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950977" y="3752429"/>
            <a:ext cx="52962809" cy="7989146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444B600C-B717-4D7C-9D39-7828C8496CC7}" type="datetimeFigureOut">
              <a:rPr lang="en-US"/>
              <a:pPr>
                <a:defRPr/>
              </a:pPr>
              <a:t>12/11/2025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642E031-644C-440F-864D-7B6C22A00FD8}"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1097496" y="1172634"/>
            <a:ext cx="19750616" cy="4876800"/>
          </a:xfrm>
          <a:prstGeom prst="rect">
            <a:avLst/>
          </a:prstGeom>
          <a:noFill/>
          <a:ln w="9525">
            <a:noFill/>
            <a:miter lim="800000"/>
            <a:headEnd/>
            <a:tailEnd/>
          </a:ln>
        </p:spPr>
        <p:txBody>
          <a:bodyPr vert="horz" wrap="square" lIns="313484" tIns="156742" rIns="313484" bIns="156742"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1097496" y="6828371"/>
            <a:ext cx="19750616" cy="19310350"/>
          </a:xfrm>
          <a:prstGeom prst="rect">
            <a:avLst/>
          </a:prstGeom>
          <a:noFill/>
          <a:ln w="9525">
            <a:noFill/>
            <a:miter lim="800000"/>
            <a:headEnd/>
            <a:tailEnd/>
          </a:ln>
        </p:spPr>
        <p:txBody>
          <a:bodyPr vert="horz" wrap="square" lIns="313484" tIns="156742" rIns="313484" bIns="156742"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1097497" y="27120854"/>
            <a:ext cx="5120216" cy="1557867"/>
          </a:xfrm>
          <a:prstGeom prst="rect">
            <a:avLst/>
          </a:prstGeom>
        </p:spPr>
        <p:txBody>
          <a:bodyPr vert="horz" lIns="313484" tIns="156742" rIns="313484" bIns="156742" rtlCol="0" anchor="ctr"/>
          <a:lstStyle>
            <a:lvl1pPr algn="l" defTabSz="2351126" fontAlgn="auto">
              <a:spcBef>
                <a:spcPts val="0"/>
              </a:spcBef>
              <a:spcAft>
                <a:spcPts val="0"/>
              </a:spcAft>
              <a:defRPr sz="3075" smtClean="0">
                <a:solidFill>
                  <a:schemeClr val="tx1">
                    <a:tint val="75000"/>
                  </a:schemeClr>
                </a:solidFill>
                <a:latin typeface="+mn-lt"/>
              </a:defRPr>
            </a:lvl1pPr>
          </a:lstStyle>
          <a:p>
            <a:pPr>
              <a:defRPr/>
            </a:pPr>
            <a:fld id="{E4249E2F-93C5-4F0F-9D68-3A335F34E8E1}" type="datetimeFigureOut">
              <a:rPr lang="en-US"/>
              <a:pPr>
                <a:defRPr/>
              </a:pPr>
              <a:t>12/11/2025</a:t>
            </a:fld>
            <a:endParaRPr lang="en-US"/>
          </a:p>
        </p:txBody>
      </p:sp>
      <p:sp>
        <p:nvSpPr>
          <p:cNvPr id="5" name="Footer Placeholder 4"/>
          <p:cNvSpPr>
            <a:spLocks noGrp="1"/>
          </p:cNvSpPr>
          <p:nvPr>
            <p:ph type="ftr" sz="quarter" idx="3"/>
          </p:nvPr>
        </p:nvSpPr>
        <p:spPr>
          <a:xfrm>
            <a:off x="7498296" y="27120854"/>
            <a:ext cx="6949016" cy="1557867"/>
          </a:xfrm>
          <a:prstGeom prst="rect">
            <a:avLst/>
          </a:prstGeom>
        </p:spPr>
        <p:txBody>
          <a:bodyPr vert="horz" lIns="313484" tIns="156742" rIns="313484" bIns="156742" rtlCol="0" anchor="ctr"/>
          <a:lstStyle>
            <a:lvl1pPr algn="ctr" defTabSz="2351126" fontAlgn="auto">
              <a:spcBef>
                <a:spcPts val="0"/>
              </a:spcBef>
              <a:spcAft>
                <a:spcPts val="0"/>
              </a:spcAft>
              <a:defRPr sz="3075">
                <a:solidFill>
                  <a:schemeClr val="tx1">
                    <a:tint val="75000"/>
                  </a:schemeClr>
                </a:solidFill>
                <a:latin typeface="+mn-lt"/>
              </a:defRPr>
            </a:lvl1pPr>
          </a:lstStyle>
          <a:p>
            <a:pPr>
              <a:defRPr/>
            </a:pPr>
            <a:endParaRPr lang="en-US"/>
          </a:p>
        </p:txBody>
      </p:sp>
      <p:sp>
        <p:nvSpPr>
          <p:cNvPr id="6" name="Slide Number Placeholder 5"/>
          <p:cNvSpPr>
            <a:spLocks noGrp="1"/>
          </p:cNvSpPr>
          <p:nvPr>
            <p:ph type="sldNum" sz="quarter" idx="4"/>
          </p:nvPr>
        </p:nvSpPr>
        <p:spPr>
          <a:xfrm>
            <a:off x="15727897" y="27120854"/>
            <a:ext cx="5120216" cy="1557867"/>
          </a:xfrm>
          <a:prstGeom prst="rect">
            <a:avLst/>
          </a:prstGeom>
        </p:spPr>
        <p:txBody>
          <a:bodyPr vert="horz" lIns="313484" tIns="156742" rIns="313484" bIns="156742" rtlCol="0" anchor="ctr"/>
          <a:lstStyle>
            <a:lvl1pPr algn="r" defTabSz="2351126" fontAlgn="auto">
              <a:spcBef>
                <a:spcPts val="0"/>
              </a:spcBef>
              <a:spcAft>
                <a:spcPts val="0"/>
              </a:spcAft>
              <a:defRPr sz="3075" smtClean="0">
                <a:solidFill>
                  <a:schemeClr val="tx1">
                    <a:tint val="75000"/>
                  </a:schemeClr>
                </a:solidFill>
                <a:latin typeface="+mn-lt"/>
              </a:defRPr>
            </a:lvl1pPr>
          </a:lstStyle>
          <a:p>
            <a:pPr>
              <a:defRPr/>
            </a:pPr>
            <a:fld id="{3C933A6A-8CCD-439B-A34C-FE1C8C4C61C7}" type="slidenum">
              <a:rPr lang="en-US"/>
              <a:pPr>
                <a:defRPr/>
              </a:pPr>
              <a:t>‹#›</a:t>
            </a:fld>
            <a:endParaRPr lang="en-US"/>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2350156" rtl="0" fontAlgn="base">
        <a:spcBef>
          <a:spcPct val="0"/>
        </a:spcBef>
        <a:spcAft>
          <a:spcPct val="0"/>
        </a:spcAft>
        <a:defRPr sz="11325" kern="1200">
          <a:solidFill>
            <a:schemeClr val="tx1"/>
          </a:solidFill>
          <a:latin typeface="+mj-lt"/>
          <a:ea typeface="+mj-ea"/>
          <a:cs typeface="+mj-cs"/>
        </a:defRPr>
      </a:lvl1pPr>
      <a:lvl2pPr algn="ctr" defTabSz="2350156" rtl="0" fontAlgn="base">
        <a:spcBef>
          <a:spcPct val="0"/>
        </a:spcBef>
        <a:spcAft>
          <a:spcPct val="0"/>
        </a:spcAft>
        <a:defRPr sz="11325">
          <a:solidFill>
            <a:schemeClr val="tx1"/>
          </a:solidFill>
          <a:latin typeface="Calibri" pitchFamily="34" charset="0"/>
        </a:defRPr>
      </a:lvl2pPr>
      <a:lvl3pPr algn="ctr" defTabSz="2350156" rtl="0" fontAlgn="base">
        <a:spcBef>
          <a:spcPct val="0"/>
        </a:spcBef>
        <a:spcAft>
          <a:spcPct val="0"/>
        </a:spcAft>
        <a:defRPr sz="11325">
          <a:solidFill>
            <a:schemeClr val="tx1"/>
          </a:solidFill>
          <a:latin typeface="Calibri" pitchFamily="34" charset="0"/>
        </a:defRPr>
      </a:lvl3pPr>
      <a:lvl4pPr algn="ctr" defTabSz="2350156" rtl="0" fontAlgn="base">
        <a:spcBef>
          <a:spcPct val="0"/>
        </a:spcBef>
        <a:spcAft>
          <a:spcPct val="0"/>
        </a:spcAft>
        <a:defRPr sz="11325">
          <a:solidFill>
            <a:schemeClr val="tx1"/>
          </a:solidFill>
          <a:latin typeface="Calibri" pitchFamily="34" charset="0"/>
        </a:defRPr>
      </a:lvl4pPr>
      <a:lvl5pPr algn="ctr" defTabSz="2350156" rtl="0" fontAlgn="base">
        <a:spcBef>
          <a:spcPct val="0"/>
        </a:spcBef>
        <a:spcAft>
          <a:spcPct val="0"/>
        </a:spcAft>
        <a:defRPr sz="11325">
          <a:solidFill>
            <a:schemeClr val="tx1"/>
          </a:solidFill>
          <a:latin typeface="Calibri" pitchFamily="34" charset="0"/>
        </a:defRPr>
      </a:lvl5pPr>
      <a:lvl6pPr marL="342880" algn="ctr" defTabSz="2350156" rtl="0" fontAlgn="base">
        <a:spcBef>
          <a:spcPct val="0"/>
        </a:spcBef>
        <a:spcAft>
          <a:spcPct val="0"/>
        </a:spcAft>
        <a:defRPr sz="11325">
          <a:solidFill>
            <a:schemeClr val="tx1"/>
          </a:solidFill>
          <a:latin typeface="Calibri" pitchFamily="34" charset="0"/>
        </a:defRPr>
      </a:lvl6pPr>
      <a:lvl7pPr marL="685760" algn="ctr" defTabSz="2350156" rtl="0" fontAlgn="base">
        <a:spcBef>
          <a:spcPct val="0"/>
        </a:spcBef>
        <a:spcAft>
          <a:spcPct val="0"/>
        </a:spcAft>
        <a:defRPr sz="11325">
          <a:solidFill>
            <a:schemeClr val="tx1"/>
          </a:solidFill>
          <a:latin typeface="Calibri" pitchFamily="34" charset="0"/>
        </a:defRPr>
      </a:lvl7pPr>
      <a:lvl8pPr marL="1028640" algn="ctr" defTabSz="2350156" rtl="0" fontAlgn="base">
        <a:spcBef>
          <a:spcPct val="0"/>
        </a:spcBef>
        <a:spcAft>
          <a:spcPct val="0"/>
        </a:spcAft>
        <a:defRPr sz="11325">
          <a:solidFill>
            <a:schemeClr val="tx1"/>
          </a:solidFill>
          <a:latin typeface="Calibri" pitchFamily="34" charset="0"/>
        </a:defRPr>
      </a:lvl8pPr>
      <a:lvl9pPr marL="1371519" algn="ctr" defTabSz="2350156" rtl="0" fontAlgn="base">
        <a:spcBef>
          <a:spcPct val="0"/>
        </a:spcBef>
        <a:spcAft>
          <a:spcPct val="0"/>
        </a:spcAft>
        <a:defRPr sz="11325">
          <a:solidFill>
            <a:schemeClr val="tx1"/>
          </a:solidFill>
          <a:latin typeface="Calibri" pitchFamily="34" charset="0"/>
        </a:defRPr>
      </a:lvl9pPr>
    </p:titleStyle>
    <p:bodyStyle>
      <a:lvl1pPr marL="881011" indent="-881011" algn="l" defTabSz="2350156" rtl="0" fontAlgn="base">
        <a:spcBef>
          <a:spcPct val="20000"/>
        </a:spcBef>
        <a:spcAft>
          <a:spcPct val="0"/>
        </a:spcAft>
        <a:buFont typeface="Arial" charset="0"/>
        <a:buChar char="•"/>
        <a:defRPr sz="8250" kern="1200">
          <a:solidFill>
            <a:schemeClr val="tx1"/>
          </a:solidFill>
          <a:latin typeface="+mn-lt"/>
          <a:ea typeface="+mn-ea"/>
          <a:cs typeface="+mn-cs"/>
        </a:defRPr>
      </a:lvl1pPr>
      <a:lvl2pPr marL="1909650" indent="-734573" algn="l" defTabSz="2350156" rtl="0" fontAlgn="base">
        <a:spcBef>
          <a:spcPct val="20000"/>
        </a:spcBef>
        <a:spcAft>
          <a:spcPct val="0"/>
        </a:spcAft>
        <a:buFont typeface="Arial" charset="0"/>
        <a:buChar char="–"/>
        <a:defRPr sz="7200" kern="1200">
          <a:solidFill>
            <a:schemeClr val="tx1"/>
          </a:solidFill>
          <a:latin typeface="+mn-lt"/>
          <a:ea typeface="+mn-ea"/>
          <a:cs typeface="+mn-cs"/>
        </a:defRPr>
      </a:lvl2pPr>
      <a:lvl3pPr marL="2938289" indent="-586944" algn="l" defTabSz="2350156" rtl="0" fontAlgn="base">
        <a:spcBef>
          <a:spcPct val="20000"/>
        </a:spcBef>
        <a:spcAft>
          <a:spcPct val="0"/>
        </a:spcAft>
        <a:buFont typeface="Arial" charset="0"/>
        <a:buChar char="•"/>
        <a:defRPr sz="6150" kern="1200">
          <a:solidFill>
            <a:schemeClr val="tx1"/>
          </a:solidFill>
          <a:latin typeface="+mn-lt"/>
          <a:ea typeface="+mn-ea"/>
          <a:cs typeface="+mn-cs"/>
        </a:defRPr>
      </a:lvl3pPr>
      <a:lvl4pPr marL="4113368" indent="-586944" algn="l" defTabSz="2350156" rtl="0" fontAlgn="base">
        <a:spcBef>
          <a:spcPct val="20000"/>
        </a:spcBef>
        <a:spcAft>
          <a:spcPct val="0"/>
        </a:spcAft>
        <a:buFont typeface="Arial" charset="0"/>
        <a:buChar char="–"/>
        <a:defRPr sz="5175" kern="1200">
          <a:solidFill>
            <a:schemeClr val="tx1"/>
          </a:solidFill>
          <a:latin typeface="+mn-lt"/>
          <a:ea typeface="+mn-ea"/>
          <a:cs typeface="+mn-cs"/>
        </a:defRPr>
      </a:lvl4pPr>
      <a:lvl5pPr marL="5289636" indent="-586944" algn="l" defTabSz="2350156" rtl="0" fontAlgn="base">
        <a:spcBef>
          <a:spcPct val="20000"/>
        </a:spcBef>
        <a:spcAft>
          <a:spcPct val="0"/>
        </a:spcAft>
        <a:buFont typeface="Arial" charset="0"/>
        <a:buChar char="»"/>
        <a:defRPr sz="5175" kern="1200">
          <a:solidFill>
            <a:schemeClr val="tx1"/>
          </a:solidFill>
          <a:latin typeface="+mn-lt"/>
          <a:ea typeface="+mn-ea"/>
          <a:cs typeface="+mn-cs"/>
        </a:defRPr>
      </a:lvl5pPr>
      <a:lvl6pPr marL="6465599"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6pPr>
      <a:lvl7pPr marL="7641163"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7pPr>
      <a:lvl8pPr marL="8816727"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8pPr>
      <a:lvl9pPr marL="9992291" indent="-587782" algn="l" defTabSz="2351126" rtl="0" eaLnBrk="1" latinLnBrk="0" hangingPunct="1">
        <a:spcBef>
          <a:spcPct val="20000"/>
        </a:spcBef>
        <a:buFont typeface="Arial" pitchFamily="34" charset="0"/>
        <a:buChar char="•"/>
        <a:defRPr sz="5175" kern="1200">
          <a:solidFill>
            <a:schemeClr val="tx1"/>
          </a:solidFill>
          <a:latin typeface="+mn-lt"/>
          <a:ea typeface="+mn-ea"/>
          <a:cs typeface="+mn-cs"/>
        </a:defRPr>
      </a:lvl9pPr>
    </p:bodyStyle>
    <p:otherStyle>
      <a:defPPr>
        <a:defRPr lang="en-US"/>
      </a:defPPr>
      <a:lvl1pPr marL="0" algn="l" defTabSz="2351126" rtl="0" eaLnBrk="1" latinLnBrk="0" hangingPunct="1">
        <a:defRPr sz="4650" kern="1200">
          <a:solidFill>
            <a:schemeClr val="tx1"/>
          </a:solidFill>
          <a:latin typeface="+mn-lt"/>
          <a:ea typeface="+mn-ea"/>
          <a:cs typeface="+mn-cs"/>
        </a:defRPr>
      </a:lvl1pPr>
      <a:lvl2pPr marL="1175564" algn="l" defTabSz="2351126" rtl="0" eaLnBrk="1" latinLnBrk="0" hangingPunct="1">
        <a:defRPr sz="4650" kern="1200">
          <a:solidFill>
            <a:schemeClr val="tx1"/>
          </a:solidFill>
          <a:latin typeface="+mn-lt"/>
          <a:ea typeface="+mn-ea"/>
          <a:cs typeface="+mn-cs"/>
        </a:defRPr>
      </a:lvl2pPr>
      <a:lvl3pPr marL="2351126" algn="l" defTabSz="2351126" rtl="0" eaLnBrk="1" latinLnBrk="0" hangingPunct="1">
        <a:defRPr sz="4650" kern="1200">
          <a:solidFill>
            <a:schemeClr val="tx1"/>
          </a:solidFill>
          <a:latin typeface="+mn-lt"/>
          <a:ea typeface="+mn-ea"/>
          <a:cs typeface="+mn-cs"/>
        </a:defRPr>
      </a:lvl3pPr>
      <a:lvl4pPr marL="3526691" algn="l" defTabSz="2351126" rtl="0" eaLnBrk="1" latinLnBrk="0" hangingPunct="1">
        <a:defRPr sz="4650" kern="1200">
          <a:solidFill>
            <a:schemeClr val="tx1"/>
          </a:solidFill>
          <a:latin typeface="+mn-lt"/>
          <a:ea typeface="+mn-ea"/>
          <a:cs typeface="+mn-cs"/>
        </a:defRPr>
      </a:lvl4pPr>
      <a:lvl5pPr marL="4702254" algn="l" defTabSz="2351126" rtl="0" eaLnBrk="1" latinLnBrk="0" hangingPunct="1">
        <a:defRPr sz="4650" kern="1200">
          <a:solidFill>
            <a:schemeClr val="tx1"/>
          </a:solidFill>
          <a:latin typeface="+mn-lt"/>
          <a:ea typeface="+mn-ea"/>
          <a:cs typeface="+mn-cs"/>
        </a:defRPr>
      </a:lvl5pPr>
      <a:lvl6pPr marL="5877818" algn="l" defTabSz="2351126" rtl="0" eaLnBrk="1" latinLnBrk="0" hangingPunct="1">
        <a:defRPr sz="4650" kern="1200">
          <a:solidFill>
            <a:schemeClr val="tx1"/>
          </a:solidFill>
          <a:latin typeface="+mn-lt"/>
          <a:ea typeface="+mn-ea"/>
          <a:cs typeface="+mn-cs"/>
        </a:defRPr>
      </a:lvl6pPr>
      <a:lvl7pPr marL="7053381" algn="l" defTabSz="2351126" rtl="0" eaLnBrk="1" latinLnBrk="0" hangingPunct="1">
        <a:defRPr sz="4650" kern="1200">
          <a:solidFill>
            <a:schemeClr val="tx1"/>
          </a:solidFill>
          <a:latin typeface="+mn-lt"/>
          <a:ea typeface="+mn-ea"/>
          <a:cs typeface="+mn-cs"/>
        </a:defRPr>
      </a:lvl7pPr>
      <a:lvl8pPr marL="8228945" algn="l" defTabSz="2351126" rtl="0" eaLnBrk="1" latinLnBrk="0" hangingPunct="1">
        <a:defRPr sz="4650" kern="1200">
          <a:solidFill>
            <a:schemeClr val="tx1"/>
          </a:solidFill>
          <a:latin typeface="+mn-lt"/>
          <a:ea typeface="+mn-ea"/>
          <a:cs typeface="+mn-cs"/>
        </a:defRPr>
      </a:lvl8pPr>
      <a:lvl9pPr marL="9404509" algn="l" defTabSz="2351126" rtl="0" eaLnBrk="1" latinLnBrk="0" hangingPunct="1">
        <a:defRPr sz="46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jpe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lumMod val="85000"/>
          </a:schemeClr>
        </a:solidFill>
        <a:effectLst/>
      </p:bgPr>
    </p:bg>
    <p:spTree>
      <p:nvGrpSpPr>
        <p:cNvPr id="1" name=""/>
        <p:cNvGrpSpPr/>
        <p:nvPr/>
      </p:nvGrpSpPr>
      <p:grpSpPr>
        <a:xfrm>
          <a:off x="0" y="0"/>
          <a:ext cx="0" cy="0"/>
          <a:chOff x="0" y="0"/>
          <a:chExt cx="0" cy="0"/>
        </a:xfrm>
      </p:grpSpPr>
      <p:sp>
        <p:nvSpPr>
          <p:cNvPr id="19" name="Rounded Rectangle 7">
            <a:extLst>
              <a:ext uri="{FF2B5EF4-FFF2-40B4-BE49-F238E27FC236}">
                <a16:creationId xmlns:a16="http://schemas.microsoft.com/office/drawing/2014/main" id="{45EFA5E1-D358-798D-6A39-DB625C4FB17F}"/>
              </a:ext>
            </a:extLst>
          </p:cNvPr>
          <p:cNvSpPr/>
          <p:nvPr/>
        </p:nvSpPr>
        <p:spPr>
          <a:xfrm>
            <a:off x="10972800" y="22280170"/>
            <a:ext cx="10509272" cy="4132213"/>
          </a:xfrm>
          <a:prstGeom prst="roundRect">
            <a:avLst>
              <a:gd name="adj" fmla="val 3009"/>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8" name="Rounded Rectangle 7">
            <a:extLst>
              <a:ext uri="{FF2B5EF4-FFF2-40B4-BE49-F238E27FC236}">
                <a16:creationId xmlns:a16="http://schemas.microsoft.com/office/drawing/2014/main" id="{BC1E35BE-55F3-DFEA-F1B0-6FBF154E9C6D}"/>
              </a:ext>
            </a:extLst>
          </p:cNvPr>
          <p:cNvSpPr/>
          <p:nvPr/>
        </p:nvSpPr>
        <p:spPr>
          <a:xfrm>
            <a:off x="366094" y="22309187"/>
            <a:ext cx="10259534" cy="4132213"/>
          </a:xfrm>
          <a:prstGeom prst="roundRect">
            <a:avLst>
              <a:gd name="adj" fmla="val 3009"/>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6" name="Rounded Rectangle 7">
            <a:extLst>
              <a:ext uri="{FF2B5EF4-FFF2-40B4-BE49-F238E27FC236}">
                <a16:creationId xmlns:a16="http://schemas.microsoft.com/office/drawing/2014/main" id="{3F2C1627-5982-17ED-4620-11ED39FAFC72}"/>
              </a:ext>
            </a:extLst>
          </p:cNvPr>
          <p:cNvSpPr/>
          <p:nvPr/>
        </p:nvSpPr>
        <p:spPr>
          <a:xfrm>
            <a:off x="10730343" y="4884965"/>
            <a:ext cx="10796826" cy="9497084"/>
          </a:xfrm>
          <a:prstGeom prst="roundRect">
            <a:avLst>
              <a:gd name="adj" fmla="val 220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5" name="Rounded Rectangle 7">
            <a:extLst>
              <a:ext uri="{FF2B5EF4-FFF2-40B4-BE49-F238E27FC236}">
                <a16:creationId xmlns:a16="http://schemas.microsoft.com/office/drawing/2014/main" id="{802046BA-4E0A-0A46-F149-03D05F317820}"/>
              </a:ext>
            </a:extLst>
          </p:cNvPr>
          <p:cNvSpPr/>
          <p:nvPr/>
        </p:nvSpPr>
        <p:spPr>
          <a:xfrm>
            <a:off x="366094" y="8085556"/>
            <a:ext cx="9964938" cy="6262053"/>
          </a:xfrm>
          <a:prstGeom prst="roundRect">
            <a:avLst>
              <a:gd name="adj" fmla="val 220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sp>
        <p:nvSpPr>
          <p:cNvPr id="14" name="Rounded Rectangle 7">
            <a:extLst>
              <a:ext uri="{FF2B5EF4-FFF2-40B4-BE49-F238E27FC236}">
                <a16:creationId xmlns:a16="http://schemas.microsoft.com/office/drawing/2014/main" id="{874C2C8B-2FD1-E9BA-1804-053D007121DE}"/>
              </a:ext>
            </a:extLst>
          </p:cNvPr>
          <p:cNvSpPr/>
          <p:nvPr/>
        </p:nvSpPr>
        <p:spPr>
          <a:xfrm>
            <a:off x="366094" y="4904045"/>
            <a:ext cx="9964937" cy="2733994"/>
          </a:xfrm>
          <a:prstGeom prst="roundRect">
            <a:avLst>
              <a:gd name="adj" fmla="val 758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pic>
        <p:nvPicPr>
          <p:cNvPr id="7" name="Picture 6" descr="Background pattern&#10;&#10;Description automatically generated">
            <a:extLst>
              <a:ext uri="{FF2B5EF4-FFF2-40B4-BE49-F238E27FC236}">
                <a16:creationId xmlns:a16="http://schemas.microsoft.com/office/drawing/2014/main" id="{A2003A19-3840-DA4F-90F1-76F35B6CB8C9}"/>
              </a:ext>
            </a:extLst>
          </p:cNvPr>
          <p:cNvPicPr>
            <a:picLocks noChangeAspect="1"/>
          </p:cNvPicPr>
          <p:nvPr/>
        </p:nvPicPr>
        <p:blipFill rotWithShape="1">
          <a:blip r:embed="rId3">
            <a:extLst>
              <a:ext uri="{28A0092B-C50C-407E-A947-70E740481C1C}">
                <a14:useLocalDpi xmlns:a14="http://schemas.microsoft.com/office/drawing/2010/main" val="0"/>
              </a:ext>
            </a:extLst>
          </a:blip>
          <a:srcRect t="62963"/>
          <a:stretch/>
        </p:blipFill>
        <p:spPr>
          <a:xfrm>
            <a:off x="0" y="0"/>
            <a:ext cx="21945600" cy="4572001"/>
          </a:xfrm>
          <a:prstGeom prst="rect">
            <a:avLst/>
          </a:prstGeom>
        </p:spPr>
      </p:pic>
      <p:sp>
        <p:nvSpPr>
          <p:cNvPr id="26" name="TextBox 5">
            <a:extLst>
              <a:ext uri="{FF2B5EF4-FFF2-40B4-BE49-F238E27FC236}">
                <a16:creationId xmlns:a16="http://schemas.microsoft.com/office/drawing/2014/main" id="{5181264A-062E-C246-AA12-249B637CA50F}"/>
              </a:ext>
            </a:extLst>
          </p:cNvPr>
          <p:cNvSpPr txBox="1">
            <a:spLocks noChangeArrowheads="1"/>
          </p:cNvSpPr>
          <p:nvPr/>
        </p:nvSpPr>
        <p:spPr bwMode="auto">
          <a:xfrm>
            <a:off x="838442" y="427716"/>
            <a:ext cx="13065871" cy="4416594"/>
          </a:xfrm>
          <a:prstGeom prst="rect">
            <a:avLst/>
          </a:prstGeom>
          <a:noFill/>
          <a:ln w="9525">
            <a:noFill/>
            <a:miter lim="800000"/>
            <a:headEnd/>
            <a:tailEnd/>
          </a:ln>
        </p:spPr>
        <p:txBody>
          <a:bodyPr wrap="square" lIns="91440" tIns="45720" rIns="91440" bIns="45720" anchor="t">
            <a:spAutoFit/>
          </a:bodyPr>
          <a:lstStyle/>
          <a:p>
            <a:pPr>
              <a:lnSpc>
                <a:spcPct val="150000"/>
              </a:lnSpc>
            </a:pPr>
            <a:r>
              <a:rPr lang="en-US" sz="6000" b="1" dirty="0">
                <a:latin typeface="Verdana"/>
                <a:ea typeface="Verdana"/>
                <a:cs typeface="Verdana" panose="020B0604030504040204" pitchFamily="34" charset="0"/>
              </a:rPr>
              <a:t>UIS (UNIFIED INVENTORY SYSTEM)</a:t>
            </a:r>
          </a:p>
          <a:p>
            <a:pPr marL="457200" indent="-457200">
              <a:buFont typeface="Arial" panose="020B0604020202020204" pitchFamily="34" charset="0"/>
              <a:buChar char="•"/>
            </a:pPr>
            <a:r>
              <a:rPr lang="en-US" sz="2800" dirty="0">
                <a:latin typeface="Verdana"/>
                <a:ea typeface="Verdana"/>
                <a:cs typeface="Verdana" panose="020B0604030504040204" pitchFamily="34" charset="0"/>
              </a:rPr>
              <a:t>Rein Alderfer, Alexander Pellet, Drew </a:t>
            </a:r>
            <a:r>
              <a:rPr lang="en-US" sz="2800" dirty="0" err="1">
                <a:latin typeface="Verdana"/>
                <a:ea typeface="Verdana"/>
                <a:cs typeface="Verdana" panose="020B0604030504040204" pitchFamily="34" charset="0"/>
              </a:rPr>
              <a:t>Urenko</a:t>
            </a:r>
            <a:r>
              <a:rPr lang="en-US" sz="2800" dirty="0">
                <a:latin typeface="Verdana"/>
                <a:ea typeface="Verdana"/>
                <a:cs typeface="Verdana" panose="020B0604030504040204" pitchFamily="34" charset="0"/>
              </a:rPr>
              <a:t>, Hector Franco</a:t>
            </a:r>
          </a:p>
          <a:p>
            <a:pPr marL="457200" indent="-457200">
              <a:buFont typeface="Arial" panose="020B0604020202020204" pitchFamily="34" charset="0"/>
              <a:buChar char="•"/>
            </a:pPr>
            <a:r>
              <a:rPr lang="en-US" sz="2800" dirty="0">
                <a:latin typeface="Verdana"/>
                <a:ea typeface="Verdana"/>
                <a:cs typeface="Verdana" panose="020B0604030504040204" pitchFamily="34" charset="0"/>
              </a:rPr>
              <a:t>Professor Nancy Reddig</a:t>
            </a:r>
            <a:endParaRPr lang="en-US" sz="6000" b="1" dirty="0">
              <a:latin typeface="Verdana"/>
              <a:ea typeface="Verdana"/>
              <a:cs typeface="Verdana" panose="020B0604030504040204" pitchFamily="34" charset="0"/>
            </a:endParaRPr>
          </a:p>
          <a:p>
            <a:pPr>
              <a:lnSpc>
                <a:spcPts val="5400"/>
              </a:lnSpc>
            </a:pPr>
            <a:r>
              <a:rPr lang="en-US" sz="6000" b="1" dirty="0">
                <a:latin typeface="Verdana"/>
                <a:ea typeface="Verdana"/>
                <a:cs typeface="Verdana" panose="020B0604030504040204" pitchFamily="34" charset="0"/>
              </a:rPr>
              <a:t> </a:t>
            </a:r>
          </a:p>
        </p:txBody>
      </p:sp>
      <p:sp>
        <p:nvSpPr>
          <p:cNvPr id="30" name="TextBox 5">
            <a:extLst>
              <a:ext uri="{FF2B5EF4-FFF2-40B4-BE49-F238E27FC236}">
                <a16:creationId xmlns:a16="http://schemas.microsoft.com/office/drawing/2014/main" id="{C0DFC760-15A9-E74F-85E4-9210EF3EAB9A}"/>
              </a:ext>
            </a:extLst>
          </p:cNvPr>
          <p:cNvSpPr txBox="1">
            <a:spLocks noChangeArrowheads="1"/>
          </p:cNvSpPr>
          <p:nvPr/>
        </p:nvSpPr>
        <p:spPr bwMode="auto">
          <a:xfrm>
            <a:off x="11277602" y="5275416"/>
            <a:ext cx="9772483" cy="2752998"/>
          </a:xfrm>
          <a:prstGeom prst="rect">
            <a:avLst/>
          </a:prstGeom>
          <a:noFill/>
          <a:ln w="9525">
            <a:noFill/>
            <a:miter lim="800000"/>
            <a:headEnd/>
            <a:tailEnd/>
          </a:ln>
        </p:spPr>
        <p:txBody>
          <a:bodyPr wrap="square" lIns="91440" tIns="45720" rIns="91440" bIns="45720" anchor="t">
            <a:spAutoFit/>
          </a:bodyPr>
          <a:lstStyle/>
          <a:p>
            <a:pPr>
              <a:lnSpc>
                <a:spcPts val="5400"/>
              </a:lnSpc>
            </a:pPr>
            <a:r>
              <a:rPr lang="en-US" sz="4400" b="1">
                <a:solidFill>
                  <a:srgbClr val="004B98"/>
                </a:solidFill>
                <a:latin typeface="Verdana" panose="020B0604030504040204" pitchFamily="34" charset="0"/>
                <a:ea typeface="Verdana" panose="020B0604030504040204" pitchFamily="34" charset="0"/>
                <a:cs typeface="Verdana" panose="020B0604030504040204" pitchFamily="34" charset="0"/>
              </a:rPr>
              <a:t>TECHNICAL DESIGN &amp; DATA MODEL </a:t>
            </a:r>
          </a:p>
          <a:p>
            <a:pPr>
              <a:lnSpc>
                <a:spcPts val="5400"/>
              </a:lnSpc>
            </a:pPr>
            <a:endParaRPr lang="en-US" sz="2400">
              <a:solidFill>
                <a:schemeClr val="bg1"/>
              </a:solidFill>
              <a:latin typeface="Verdana" panose="020B0604030504040204" pitchFamily="34" charset="0"/>
              <a:ea typeface="Verdana" panose="020B0604030504040204" pitchFamily="34" charset="0"/>
              <a:cs typeface="Verdana" panose="020B0604030504040204" pitchFamily="34" charset="0"/>
            </a:endParaRPr>
          </a:p>
          <a:p>
            <a:pPr>
              <a:lnSpc>
                <a:spcPts val="5400"/>
              </a:lnSpc>
            </a:pPr>
            <a:endParaRPr lang="en-US" sz="240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32" name="Rectangle 31">
            <a:extLst>
              <a:ext uri="{FF2B5EF4-FFF2-40B4-BE49-F238E27FC236}">
                <a16:creationId xmlns:a16="http://schemas.microsoft.com/office/drawing/2014/main" id="{A30A9D2C-1A4F-6C43-B607-78408483E904}"/>
              </a:ext>
            </a:extLst>
          </p:cNvPr>
          <p:cNvSpPr/>
          <p:nvPr/>
        </p:nvSpPr>
        <p:spPr>
          <a:xfrm>
            <a:off x="16042" y="26754364"/>
            <a:ext cx="21948899" cy="2506436"/>
          </a:xfrm>
          <a:prstGeom prst="rect">
            <a:avLst/>
          </a:prstGeom>
          <a:solidFill>
            <a:srgbClr val="0A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800">
              <a:latin typeface="Verdana" panose="020B0604030504040204" pitchFamily="34" charset="0"/>
              <a:ea typeface="Verdana" panose="020B0604030504040204" pitchFamily="34" charset="0"/>
              <a:cs typeface="Verdana" panose="020B0604030504040204" pitchFamily="34" charset="0"/>
            </a:endParaRPr>
          </a:p>
        </p:txBody>
      </p:sp>
      <p:sp>
        <p:nvSpPr>
          <p:cNvPr id="6" name="Rectangle 5">
            <a:extLst>
              <a:ext uri="{FF2B5EF4-FFF2-40B4-BE49-F238E27FC236}">
                <a16:creationId xmlns:a16="http://schemas.microsoft.com/office/drawing/2014/main" id="{14F8300E-597A-2E48-AA00-E49A657DC547}"/>
              </a:ext>
            </a:extLst>
          </p:cNvPr>
          <p:cNvSpPr/>
          <p:nvPr/>
        </p:nvSpPr>
        <p:spPr>
          <a:xfrm>
            <a:off x="8224871" y="28007582"/>
            <a:ext cx="13196241" cy="728726"/>
          </a:xfrm>
          <a:prstGeom prst="rect">
            <a:avLst/>
          </a:prstGeom>
        </p:spPr>
        <p:txBody>
          <a:bodyPr wrap="none">
            <a:spAutoFit/>
          </a:bodyPr>
          <a:lstStyle/>
          <a:p>
            <a:pPr>
              <a:lnSpc>
                <a:spcPts val="5400"/>
              </a:lnSpc>
            </a:pPr>
            <a:r>
              <a:rPr lang="en-US" sz="4400" b="1">
                <a:latin typeface="Verdana" panose="020B0604030504040204" pitchFamily="34" charset="0"/>
                <a:ea typeface="Verdana" panose="020B0604030504040204" pitchFamily="34" charset="0"/>
                <a:cs typeface="Verdana" panose="020B0604030504040204" pitchFamily="34" charset="0"/>
              </a:rPr>
              <a:t>E</a:t>
            </a:r>
            <a:r>
              <a:rPr lang="en-US" sz="3600" b="1">
                <a:solidFill>
                  <a:srgbClr val="3FB4E5"/>
                </a:solidFill>
                <a:latin typeface="Verdana" panose="020B0604030504040204" pitchFamily="34" charset="0"/>
                <a:ea typeface="Verdana" panose="020B0604030504040204" pitchFamily="34" charset="0"/>
                <a:cs typeface="Verdana" panose="020B0604030504040204" pitchFamily="34" charset="0"/>
              </a:rPr>
              <a:t>DUCATE FOR SERVICE. </a:t>
            </a:r>
            <a:r>
              <a:rPr lang="en-US" sz="4400" b="1">
                <a:latin typeface="Verdana" panose="020B0604030504040204" pitchFamily="34" charset="0"/>
                <a:ea typeface="Verdana" panose="020B0604030504040204" pitchFamily="34" charset="0"/>
                <a:cs typeface="Verdana" panose="020B0604030504040204" pitchFamily="34" charset="0"/>
              </a:rPr>
              <a:t>E</a:t>
            </a:r>
            <a:r>
              <a:rPr lang="en-US" sz="3600" b="1">
                <a:solidFill>
                  <a:srgbClr val="3FB4E5"/>
                </a:solidFill>
                <a:latin typeface="Verdana" panose="020B0604030504040204" pitchFamily="34" charset="0"/>
                <a:ea typeface="Verdana" panose="020B0604030504040204" pitchFamily="34" charset="0"/>
                <a:cs typeface="Verdana" panose="020B0604030504040204" pitchFamily="34" charset="0"/>
              </a:rPr>
              <a:t>NGINEER FOR SOCIETY.</a:t>
            </a:r>
          </a:p>
        </p:txBody>
      </p:sp>
      <p:sp>
        <p:nvSpPr>
          <p:cNvPr id="37" name="TextBox 5">
            <a:extLst>
              <a:ext uri="{FF2B5EF4-FFF2-40B4-BE49-F238E27FC236}">
                <a16:creationId xmlns:a16="http://schemas.microsoft.com/office/drawing/2014/main" id="{3EE91195-4D0D-FD48-8ED2-263DC56EE138}"/>
              </a:ext>
            </a:extLst>
          </p:cNvPr>
          <p:cNvSpPr txBox="1">
            <a:spLocks noChangeArrowheads="1"/>
          </p:cNvSpPr>
          <p:nvPr/>
        </p:nvSpPr>
        <p:spPr bwMode="auto">
          <a:xfrm>
            <a:off x="718212" y="8090426"/>
            <a:ext cx="9157308" cy="5878532"/>
          </a:xfrm>
          <a:prstGeom prst="rect">
            <a:avLst/>
          </a:prstGeom>
          <a:noFill/>
          <a:ln w="9525">
            <a:noFill/>
            <a:miter lim="800000"/>
            <a:headEnd/>
            <a:tailEnd/>
          </a:ln>
        </p:spPr>
        <p:txBody>
          <a:bodyPr wrap="square" lIns="91440" tIns="45720" rIns="91440" bIns="45720" anchor="t">
            <a:spAutoFit/>
          </a:bodyPr>
          <a:lstStyle/>
          <a:p>
            <a:r>
              <a:rPr lang="en-US" sz="4400" b="1">
                <a:solidFill>
                  <a:srgbClr val="004B98"/>
                </a:solidFill>
                <a:latin typeface="Verdana"/>
                <a:ea typeface="Verdana"/>
                <a:cs typeface="Verdana" panose="020B0604030504040204" pitchFamily="34" charset="0"/>
              </a:rPr>
              <a:t>Site REQUIREMENTS</a:t>
            </a:r>
          </a:p>
          <a:p>
            <a:endParaRPr lang="en-US" sz="4400" b="1">
              <a:solidFill>
                <a:srgbClr val="004B98"/>
              </a:solidFill>
              <a:latin typeface="Verdana" panose="020B0604030504040204" pitchFamily="34" charset="0"/>
              <a:ea typeface="Verdana" panose="020B0604030504040204" pitchFamily="34" charset="0"/>
              <a:cs typeface="Verdana" panose="020B0604030504040204" pitchFamily="34" charset="0"/>
            </a:endParaRPr>
          </a:p>
          <a:p>
            <a:pPr marL="457200" indent="-457200">
              <a:buFont typeface="Arial" panose="020B0604020202020204" pitchFamily="34" charset="0"/>
              <a:buChar char="•"/>
            </a:pPr>
            <a:r>
              <a:rPr lang="en-US" sz="2400" b="1">
                <a:solidFill>
                  <a:schemeClr val="bg1"/>
                </a:solidFill>
                <a:latin typeface="Verdana"/>
                <a:ea typeface="Verdana"/>
                <a:cs typeface="Verdana" panose="020B0604030504040204" pitchFamily="34" charset="0"/>
              </a:rPr>
              <a:t>REQ1</a:t>
            </a:r>
            <a:r>
              <a:rPr lang="en-US" sz="2400">
                <a:solidFill>
                  <a:schemeClr val="bg1"/>
                </a:solidFill>
                <a:latin typeface="Verdana"/>
                <a:ea typeface="Verdana"/>
                <a:cs typeface="Verdana" panose="020B0604030504040204" pitchFamily="34" charset="0"/>
              </a:rPr>
              <a:t> - User can add inventory to the site.</a:t>
            </a:r>
          </a:p>
          <a:p>
            <a:pPr marL="457200" indent="-457200">
              <a:buFont typeface="Arial" panose="020B0604020202020204" pitchFamily="34" charset="0"/>
              <a:buChar char="•"/>
            </a:pPr>
            <a:r>
              <a:rPr lang="en-US" sz="2400" b="1">
                <a:solidFill>
                  <a:schemeClr val="bg1"/>
                </a:solidFill>
                <a:latin typeface="Verdana"/>
                <a:ea typeface="Verdana"/>
              </a:rPr>
              <a:t>REQ2</a:t>
            </a:r>
            <a:r>
              <a:rPr lang="en-US" sz="2400">
                <a:solidFill>
                  <a:schemeClr val="bg1"/>
                </a:solidFill>
                <a:latin typeface="Verdana"/>
                <a:ea typeface="Verdana"/>
              </a:rPr>
              <a:t> - A client can view inventory by category on the site.</a:t>
            </a:r>
          </a:p>
          <a:p>
            <a:pPr marL="457200" indent="-457200">
              <a:buFont typeface="Arial" panose="020B0604020202020204" pitchFamily="34" charset="0"/>
              <a:buChar char="•"/>
            </a:pPr>
            <a:r>
              <a:rPr lang="en-US" sz="2400" b="1">
                <a:solidFill>
                  <a:schemeClr val="bg1"/>
                </a:solidFill>
                <a:latin typeface="Verdana"/>
                <a:ea typeface="Verdana"/>
              </a:rPr>
              <a:t>REQ3</a:t>
            </a:r>
            <a:r>
              <a:rPr lang="en-US" sz="2400">
                <a:solidFill>
                  <a:schemeClr val="bg1"/>
                </a:solidFill>
                <a:latin typeface="Verdana"/>
                <a:ea typeface="Verdana"/>
              </a:rPr>
              <a:t> - A client can delete records in inventory</a:t>
            </a:r>
          </a:p>
          <a:p>
            <a:pPr marL="457200" indent="-457200">
              <a:buFont typeface="Arial" panose="020B0604020202020204" pitchFamily="34" charset="0"/>
              <a:buChar char="•"/>
            </a:pPr>
            <a:r>
              <a:rPr lang="en-US" sz="2400" b="1">
                <a:solidFill>
                  <a:schemeClr val="bg1"/>
                </a:solidFill>
                <a:latin typeface="Verdana"/>
                <a:ea typeface="Verdana"/>
              </a:rPr>
              <a:t>REQ4</a:t>
            </a:r>
            <a:r>
              <a:rPr lang="en-US" sz="2400">
                <a:solidFill>
                  <a:schemeClr val="bg1"/>
                </a:solidFill>
                <a:latin typeface="Verdana"/>
                <a:ea typeface="Verdana"/>
              </a:rPr>
              <a:t> - A client can edit records in inventory</a:t>
            </a:r>
          </a:p>
          <a:p>
            <a:pPr marL="457200" indent="-457200">
              <a:buFont typeface="Arial" panose="020B0604020202020204" pitchFamily="34" charset="0"/>
              <a:buChar char="•"/>
            </a:pPr>
            <a:r>
              <a:rPr lang="en-US" sz="2400" b="1">
                <a:solidFill>
                  <a:schemeClr val="bg1"/>
                </a:solidFill>
                <a:latin typeface="Verdana"/>
                <a:ea typeface="Verdana"/>
              </a:rPr>
              <a:t>REQ5</a:t>
            </a:r>
            <a:r>
              <a:rPr lang="en-US" sz="2400">
                <a:solidFill>
                  <a:schemeClr val="bg1"/>
                </a:solidFill>
                <a:latin typeface="Verdana"/>
                <a:ea typeface="Verdana"/>
              </a:rPr>
              <a:t> - A user can view currently on order items</a:t>
            </a:r>
          </a:p>
          <a:p>
            <a:pPr marL="457200" indent="-457200">
              <a:buFont typeface="Arial" panose="020B0604020202020204" pitchFamily="34" charset="0"/>
              <a:buChar char="•"/>
            </a:pPr>
            <a:r>
              <a:rPr lang="en-US" sz="2400" b="1">
                <a:solidFill>
                  <a:schemeClr val="bg1"/>
                </a:solidFill>
                <a:latin typeface="Verdana"/>
                <a:ea typeface="Verdana"/>
              </a:rPr>
              <a:t>REQ6</a:t>
            </a:r>
            <a:r>
              <a:rPr lang="en-US" sz="2400">
                <a:solidFill>
                  <a:schemeClr val="bg1"/>
                </a:solidFill>
                <a:latin typeface="Verdana"/>
                <a:ea typeface="Verdana"/>
              </a:rPr>
              <a:t> - Build a web server and host the site on the internet.</a:t>
            </a:r>
          </a:p>
          <a:p>
            <a:pPr marL="457200" indent="-457200">
              <a:buFont typeface="Arial" panose="020B0604020202020204" pitchFamily="34" charset="0"/>
              <a:buChar char="•"/>
            </a:pPr>
            <a:r>
              <a:rPr lang="en-US" sz="2400" b="1">
                <a:solidFill>
                  <a:schemeClr val="bg1"/>
                </a:solidFill>
                <a:latin typeface="Verdana"/>
                <a:ea typeface="Verdana"/>
              </a:rPr>
              <a:t>REQ7</a:t>
            </a:r>
            <a:r>
              <a:rPr lang="en-US" sz="2400">
                <a:solidFill>
                  <a:schemeClr val="bg1"/>
                </a:solidFill>
                <a:latin typeface="Verdana"/>
                <a:ea typeface="Verdana"/>
              </a:rPr>
              <a:t> - API that implements a singleton pattern for DB connection</a:t>
            </a:r>
          </a:p>
          <a:p>
            <a:pPr marL="457200" indent="-457200">
              <a:buFont typeface="Arial" panose="020B0604020202020204" pitchFamily="34" charset="0"/>
              <a:buChar char="•"/>
            </a:pPr>
            <a:r>
              <a:rPr lang="en-US" sz="2400" b="1">
                <a:solidFill>
                  <a:schemeClr val="bg1"/>
                </a:solidFill>
                <a:latin typeface="Verdana"/>
                <a:ea typeface="Verdana"/>
              </a:rPr>
              <a:t>REQ8</a:t>
            </a:r>
            <a:r>
              <a:rPr lang="en-US" sz="2400">
                <a:solidFill>
                  <a:schemeClr val="bg1"/>
                </a:solidFill>
                <a:latin typeface="Verdana"/>
                <a:ea typeface="Verdana"/>
              </a:rPr>
              <a:t> - Create standardized web elements</a:t>
            </a:r>
          </a:p>
          <a:p>
            <a:pPr marL="457200" indent="-457200">
              <a:buFont typeface="Arial" panose="020B0604020202020204" pitchFamily="34" charset="0"/>
              <a:buChar char="•"/>
            </a:pPr>
            <a:endParaRPr lang="en-US" sz="2400">
              <a:solidFill>
                <a:schemeClr val="bg1"/>
              </a:solidFill>
              <a:latin typeface="Arial"/>
              <a:ea typeface="Verdana"/>
              <a:cs typeface="Arial"/>
            </a:endParaRPr>
          </a:p>
        </p:txBody>
      </p:sp>
      <p:sp>
        <p:nvSpPr>
          <p:cNvPr id="39" name="TextBox 5">
            <a:extLst>
              <a:ext uri="{FF2B5EF4-FFF2-40B4-BE49-F238E27FC236}">
                <a16:creationId xmlns:a16="http://schemas.microsoft.com/office/drawing/2014/main" id="{A787EF9C-4AF3-C040-9DE6-E90BD8D019B9}"/>
              </a:ext>
            </a:extLst>
          </p:cNvPr>
          <p:cNvSpPr txBox="1">
            <a:spLocks noChangeArrowheads="1"/>
          </p:cNvSpPr>
          <p:nvPr/>
        </p:nvSpPr>
        <p:spPr bwMode="auto">
          <a:xfrm>
            <a:off x="616405" y="22449466"/>
            <a:ext cx="9714626" cy="3693319"/>
          </a:xfrm>
          <a:prstGeom prst="rect">
            <a:avLst/>
          </a:prstGeom>
          <a:noFill/>
          <a:ln w="9525">
            <a:noFill/>
            <a:miter lim="800000"/>
            <a:headEnd/>
            <a:tailEnd/>
          </a:ln>
        </p:spPr>
        <p:txBody>
          <a:bodyPr wrap="square">
            <a:spAutoFit/>
          </a:bodyPr>
          <a:lstStyle/>
          <a:p>
            <a:pPr>
              <a:lnSpc>
                <a:spcPts val="5400"/>
              </a:lnSpc>
            </a:pPr>
            <a:r>
              <a:rPr lang="en-US" sz="4400" b="1">
                <a:solidFill>
                  <a:srgbClr val="004B98"/>
                </a:solidFill>
                <a:latin typeface="Verdana" panose="020B0604030504040204" pitchFamily="34" charset="0"/>
                <a:ea typeface="Verdana" panose="020B0604030504040204" pitchFamily="34" charset="0"/>
                <a:cs typeface="Verdana" panose="020B0604030504040204" pitchFamily="34" charset="0"/>
              </a:rPr>
              <a:t>TESTING PROCESS OR LESSONS LEARNED</a:t>
            </a:r>
          </a:p>
          <a:p>
            <a:r>
              <a:rPr lang="en-US" sz="2400">
                <a:solidFill>
                  <a:schemeClr val="bg1"/>
                </a:solidFill>
                <a:latin typeface="Verdana" panose="020B0604030504040204" pitchFamily="34" charset="0"/>
                <a:ea typeface="Verdana" panose="020B0604030504040204" pitchFamily="34" charset="0"/>
                <a:cs typeface="Verdana" panose="020B0604030504040204" pitchFamily="34" charset="0"/>
              </a:rPr>
              <a:t>Explain what you learned about the software engineering life cycle through this hands-on project developed in Git using Agile practices including a project board with weekly stand-up meetings.</a:t>
            </a:r>
          </a:p>
          <a:p>
            <a:r>
              <a:rPr lang="en-US" sz="2400">
                <a:solidFill>
                  <a:schemeClr val="bg1"/>
                </a:solidFill>
                <a:latin typeface="Verdana" panose="020B0604030504040204" pitchFamily="34" charset="0"/>
                <a:ea typeface="Verdana" panose="020B0604030504040204" pitchFamily="34" charset="0"/>
                <a:cs typeface="Verdana" panose="020B0604030504040204" pitchFamily="34" charset="0"/>
              </a:rPr>
              <a:t>Or use your traceability matrix and discuss your use cases and test coverage.</a:t>
            </a:r>
            <a:endParaRPr lang="en-US" sz="2400">
              <a:solidFill>
                <a:srgbClr val="0A2240"/>
              </a:solidFill>
              <a:latin typeface="Verdana" panose="020B0604030504040204" pitchFamily="34" charset="0"/>
              <a:ea typeface="Verdana" panose="020B0604030504040204" pitchFamily="34" charset="0"/>
              <a:cs typeface="Verdana" panose="020B0604030504040204" pitchFamily="34" charset="0"/>
            </a:endParaRPr>
          </a:p>
        </p:txBody>
      </p:sp>
      <p:sp>
        <p:nvSpPr>
          <p:cNvPr id="41" name="TextBox 5">
            <a:extLst>
              <a:ext uri="{FF2B5EF4-FFF2-40B4-BE49-F238E27FC236}">
                <a16:creationId xmlns:a16="http://schemas.microsoft.com/office/drawing/2014/main" id="{D2D11FAC-831D-D343-846B-1A97A88A4976}"/>
              </a:ext>
            </a:extLst>
          </p:cNvPr>
          <p:cNvSpPr txBox="1">
            <a:spLocks noChangeArrowheads="1"/>
          </p:cNvSpPr>
          <p:nvPr/>
        </p:nvSpPr>
        <p:spPr bwMode="auto">
          <a:xfrm>
            <a:off x="11512762" y="22409021"/>
            <a:ext cx="9714626" cy="2954655"/>
          </a:xfrm>
          <a:prstGeom prst="rect">
            <a:avLst/>
          </a:prstGeom>
          <a:noFill/>
          <a:ln w="9525">
            <a:noFill/>
            <a:miter lim="800000"/>
            <a:headEnd/>
            <a:tailEnd/>
          </a:ln>
        </p:spPr>
        <p:txBody>
          <a:bodyPr wrap="square" lIns="91440" tIns="45720" rIns="91440" bIns="45720" anchor="t">
            <a:spAutoFit/>
          </a:bodyPr>
          <a:lstStyle/>
          <a:p>
            <a:pPr>
              <a:lnSpc>
                <a:spcPts val="5400"/>
              </a:lnSpc>
            </a:pPr>
            <a:r>
              <a:rPr lang="en-US" sz="4400" b="1">
                <a:solidFill>
                  <a:srgbClr val="004B98"/>
                </a:solidFill>
                <a:latin typeface="Verdana" panose="020B0604030504040204" pitchFamily="34" charset="0"/>
                <a:ea typeface="Verdana" panose="020B0604030504040204" pitchFamily="34" charset="0"/>
                <a:cs typeface="Verdana" panose="020B0604030504040204" pitchFamily="34" charset="0"/>
              </a:rPr>
              <a:t>REFERENCES &amp; ACKNOWLEDGEMENTS</a:t>
            </a:r>
          </a:p>
          <a:p>
            <a:endParaRPr lang="en-US" sz="2400">
              <a:solidFill>
                <a:schemeClr val="bg1"/>
              </a:solidFill>
              <a:latin typeface="Verdana" panose="020B0604030504040204" pitchFamily="34" charset="0"/>
              <a:ea typeface="Verdana" panose="020B0604030504040204" pitchFamily="34" charset="0"/>
              <a:cs typeface="Verdana" panose="020B0604030504040204" pitchFamily="34" charset="0"/>
            </a:endParaRPr>
          </a:p>
          <a:p>
            <a:r>
              <a:rPr lang="en-US" sz="2400">
                <a:solidFill>
                  <a:schemeClr val="bg1"/>
                </a:solidFill>
                <a:latin typeface="Verdana"/>
                <a:ea typeface="Verdana"/>
                <a:cs typeface="Verdana" panose="020B0604030504040204" pitchFamily="34" charset="0"/>
              </a:rPr>
              <a:t>We thank:</a:t>
            </a:r>
          </a:p>
          <a:p>
            <a:pPr marL="342900" indent="-342900">
              <a:buFont typeface="Calibri"/>
              <a:buChar char="-"/>
            </a:pPr>
            <a:r>
              <a:rPr lang="en-US" sz="2400">
                <a:solidFill>
                  <a:schemeClr val="bg1"/>
                </a:solidFill>
                <a:latin typeface="Verdana"/>
                <a:ea typeface="Verdana"/>
                <a:cs typeface="Verdana" panose="020B0604030504040204" pitchFamily="34" charset="0"/>
              </a:rPr>
              <a:t>John McGovern</a:t>
            </a:r>
          </a:p>
          <a:p>
            <a:pPr marL="342900" indent="-342900">
              <a:buFont typeface="Calibri"/>
              <a:buChar char="-"/>
            </a:pPr>
            <a:r>
              <a:rPr lang="en-US" sz="2400">
                <a:solidFill>
                  <a:schemeClr val="bg1"/>
                </a:solidFill>
                <a:latin typeface="Verdana"/>
                <a:ea typeface="Verdana"/>
                <a:cs typeface="Verdana" panose="020B0604030504040204" pitchFamily="34" charset="0"/>
              </a:rPr>
              <a:t>Prof. Nancy Reddig</a:t>
            </a:r>
            <a:endParaRPr lang="en-US" sz="240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42" name="TextBox 5">
            <a:extLst>
              <a:ext uri="{FF2B5EF4-FFF2-40B4-BE49-F238E27FC236}">
                <a16:creationId xmlns:a16="http://schemas.microsoft.com/office/drawing/2014/main" id="{FC334FAC-0EBE-6640-BE53-DCB61AFB98B1}"/>
              </a:ext>
            </a:extLst>
          </p:cNvPr>
          <p:cNvSpPr txBox="1">
            <a:spLocks noChangeArrowheads="1"/>
          </p:cNvSpPr>
          <p:nvPr/>
        </p:nvSpPr>
        <p:spPr bwMode="auto">
          <a:xfrm>
            <a:off x="831645" y="4893345"/>
            <a:ext cx="8647635" cy="2631490"/>
          </a:xfrm>
          <a:prstGeom prst="rect">
            <a:avLst/>
          </a:prstGeom>
          <a:noFill/>
          <a:ln w="9525">
            <a:noFill/>
            <a:miter lim="800000"/>
            <a:headEnd/>
            <a:tailEnd/>
          </a:ln>
        </p:spPr>
        <p:txBody>
          <a:bodyPr wrap="square" lIns="91440" tIns="45720" rIns="91440" bIns="45720" anchor="t">
            <a:spAutoFit/>
          </a:bodyPr>
          <a:lstStyle/>
          <a:p>
            <a:pPr>
              <a:lnSpc>
                <a:spcPts val="5400"/>
              </a:lnSpc>
            </a:pPr>
            <a:r>
              <a:rPr lang="en-US" sz="4400" b="1">
                <a:solidFill>
                  <a:srgbClr val="004B98"/>
                </a:solidFill>
                <a:latin typeface="Verdana"/>
                <a:ea typeface="Verdana"/>
                <a:cs typeface="Verdana" panose="020B0604030504040204" pitchFamily="34" charset="0"/>
              </a:rPr>
              <a:t>PURPOSE</a:t>
            </a:r>
            <a:endParaRPr lang="en-US" sz="4400" b="1">
              <a:solidFill>
                <a:srgbClr val="004B98"/>
              </a:solidFill>
              <a:latin typeface="Verdana" panose="020B0604030504040204" pitchFamily="34" charset="0"/>
              <a:ea typeface="Verdana" panose="020B0604030504040204" pitchFamily="34" charset="0"/>
              <a:cs typeface="Verdana" panose="020B0604030504040204" pitchFamily="34" charset="0"/>
            </a:endParaRPr>
          </a:p>
          <a:p>
            <a:r>
              <a:rPr lang="en-US" sz="2400">
                <a:solidFill>
                  <a:schemeClr val="bg1"/>
                </a:solidFill>
                <a:latin typeface="Verdana"/>
                <a:ea typeface="Verdana"/>
                <a:cs typeface="Verdana" panose="020B0604030504040204" pitchFamily="34" charset="0"/>
              </a:rPr>
              <a:t>UIS is an inventory management software solution. The website is built to accommodate a companies need to track orders and internal inventory. </a:t>
            </a:r>
          </a:p>
          <a:p>
            <a:endParaRPr lang="en-US" sz="2400">
              <a:solidFill>
                <a:schemeClr val="bg1"/>
              </a:solidFill>
              <a:latin typeface="Verdana" panose="020B0604030504040204" pitchFamily="34" charset="0"/>
              <a:ea typeface="Verdana" panose="020B0604030504040204" pitchFamily="34" charset="0"/>
              <a:cs typeface="Verdana" panose="020B0604030504040204" pitchFamily="34" charset="0"/>
            </a:endParaRPr>
          </a:p>
          <a:p>
            <a:endParaRPr lang="en-US" sz="2400">
              <a:solidFill>
                <a:srgbClr val="0A2240"/>
              </a:solidFill>
              <a:latin typeface="Verdana" panose="020B0604030504040204" pitchFamily="34" charset="0"/>
              <a:ea typeface="Verdana" panose="020B0604030504040204" pitchFamily="34" charset="0"/>
              <a:cs typeface="Verdana" panose="020B0604030504040204" pitchFamily="34" charset="0"/>
            </a:endParaRPr>
          </a:p>
        </p:txBody>
      </p:sp>
      <p:sp>
        <p:nvSpPr>
          <p:cNvPr id="8" name="Rounded Rectangle 7">
            <a:extLst>
              <a:ext uri="{FF2B5EF4-FFF2-40B4-BE49-F238E27FC236}">
                <a16:creationId xmlns:a16="http://schemas.microsoft.com/office/drawing/2014/main" id="{EA59D6CB-81AA-E84E-B518-60203D9CB40B}"/>
              </a:ext>
            </a:extLst>
          </p:cNvPr>
          <p:cNvSpPr/>
          <p:nvPr/>
        </p:nvSpPr>
        <p:spPr>
          <a:xfrm>
            <a:off x="366094" y="14872102"/>
            <a:ext cx="21169698" cy="7083919"/>
          </a:xfrm>
          <a:prstGeom prst="roundRect">
            <a:avLst>
              <a:gd name="adj" fmla="val 3009"/>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latin typeface="Verdana" panose="020B0604030504040204" pitchFamily="34" charset="0"/>
              <a:ea typeface="Verdana" panose="020B0604030504040204" pitchFamily="34" charset="0"/>
              <a:cs typeface="Verdana" panose="020B0604030504040204" pitchFamily="34" charset="0"/>
            </a:endParaRPr>
          </a:p>
        </p:txBody>
      </p:sp>
      <p:pic>
        <p:nvPicPr>
          <p:cNvPr id="11" name="Picture 10" descr="Logo, company name&#10;&#10;Description automatically generated">
            <a:extLst>
              <a:ext uri="{FF2B5EF4-FFF2-40B4-BE49-F238E27FC236}">
                <a16:creationId xmlns:a16="http://schemas.microsoft.com/office/drawing/2014/main" id="{CDDD39E9-C2DD-7D49-BA3B-A857464A41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957655" y="-226231"/>
            <a:ext cx="5759265" cy="3241772"/>
          </a:xfrm>
          <a:prstGeom prst="rect">
            <a:avLst/>
          </a:prstGeom>
        </p:spPr>
      </p:pic>
      <p:pic>
        <p:nvPicPr>
          <p:cNvPr id="17" name="Picture 16">
            <a:extLst>
              <a:ext uri="{FF2B5EF4-FFF2-40B4-BE49-F238E27FC236}">
                <a16:creationId xmlns:a16="http://schemas.microsoft.com/office/drawing/2014/main" id="{DF9C8C35-2E7B-EE4D-B4D9-6783F779BE27}"/>
              </a:ext>
            </a:extLst>
          </p:cNvPr>
          <p:cNvPicPr>
            <a:picLocks noChangeAspect="1"/>
          </p:cNvPicPr>
          <p:nvPr/>
        </p:nvPicPr>
        <p:blipFill>
          <a:blip r:embed="rId5"/>
          <a:stretch>
            <a:fillRect/>
          </a:stretch>
        </p:blipFill>
        <p:spPr>
          <a:xfrm>
            <a:off x="22701453" y="9184279"/>
            <a:ext cx="5238002" cy="3556075"/>
          </a:xfrm>
          <a:prstGeom prst="rect">
            <a:avLst/>
          </a:prstGeom>
        </p:spPr>
      </p:pic>
      <p:pic>
        <p:nvPicPr>
          <p:cNvPr id="9" name="Picture 8">
            <a:extLst>
              <a:ext uri="{FF2B5EF4-FFF2-40B4-BE49-F238E27FC236}">
                <a16:creationId xmlns:a16="http://schemas.microsoft.com/office/drawing/2014/main" id="{08C464A6-60C9-9D80-D3D1-AAFA156BD5B0}"/>
              </a:ext>
            </a:extLst>
          </p:cNvPr>
          <p:cNvPicPr>
            <a:picLocks noChangeAspect="1"/>
          </p:cNvPicPr>
          <p:nvPr/>
        </p:nvPicPr>
        <p:blipFill>
          <a:blip r:embed="rId6"/>
          <a:srcRect l="19528" r="1803"/>
          <a:stretch>
            <a:fillRect/>
          </a:stretch>
        </p:blipFill>
        <p:spPr>
          <a:xfrm>
            <a:off x="9165043" y="17916926"/>
            <a:ext cx="9812626" cy="3377117"/>
          </a:xfrm>
          <a:prstGeom prst="rect">
            <a:avLst/>
          </a:prstGeom>
        </p:spPr>
      </p:pic>
      <p:grpSp>
        <p:nvGrpSpPr>
          <p:cNvPr id="10" name="Group 9">
            <a:extLst>
              <a:ext uri="{FF2B5EF4-FFF2-40B4-BE49-F238E27FC236}">
                <a16:creationId xmlns:a16="http://schemas.microsoft.com/office/drawing/2014/main" id="{88E2187F-2437-8495-F268-4EBBA7E3FBFC}"/>
              </a:ext>
            </a:extLst>
          </p:cNvPr>
          <p:cNvGrpSpPr/>
          <p:nvPr/>
        </p:nvGrpSpPr>
        <p:grpSpPr>
          <a:xfrm>
            <a:off x="14222588" y="19092754"/>
            <a:ext cx="7375827" cy="2815150"/>
            <a:chOff x="2310689" y="4870965"/>
            <a:chExt cx="9290050" cy="4374987"/>
          </a:xfrm>
        </p:grpSpPr>
        <p:sp>
          <p:nvSpPr>
            <p:cNvPr id="12" name="Rectangle 11">
              <a:extLst>
                <a:ext uri="{FF2B5EF4-FFF2-40B4-BE49-F238E27FC236}">
                  <a16:creationId xmlns:a16="http://schemas.microsoft.com/office/drawing/2014/main" id="{393F5EC4-0338-4699-00E7-9EF03F852A2F}"/>
                </a:ext>
              </a:extLst>
            </p:cNvPr>
            <p:cNvSpPr/>
            <p:nvPr/>
          </p:nvSpPr>
          <p:spPr>
            <a:xfrm>
              <a:off x="2310689" y="4870965"/>
              <a:ext cx="9290050" cy="4374987"/>
            </a:xfrm>
            <a:prstGeom prst="rect">
              <a:avLst/>
            </a:prstGeom>
            <a:solidFill>
              <a:srgbClr val="E126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2361529-C3E2-D40F-3851-F51C8E7288BC}"/>
                </a:ext>
              </a:extLst>
            </p:cNvPr>
            <p:cNvSpPr/>
            <p:nvPr/>
          </p:nvSpPr>
          <p:spPr>
            <a:xfrm>
              <a:off x="2508651" y="5361379"/>
              <a:ext cx="8624769" cy="2603616"/>
            </a:xfrm>
            <a:prstGeom prst="rect">
              <a:avLst/>
            </a:prstGeom>
          </p:spPr>
          <p:txBody>
            <a:bodyPr wrap="square" lIns="91440" tIns="45720" rIns="91440" bIns="45720" anchor="t">
              <a:spAutoFit/>
            </a:bodyPr>
            <a:lstStyle/>
            <a:p>
              <a:pPr>
                <a:spcAft>
                  <a:spcPts val="600"/>
                </a:spcAft>
              </a:pPr>
              <a:r>
                <a:rPr lang="en-US" sz="4400" b="1" dirty="0">
                  <a:latin typeface="Verdana" panose="020B0604030504040204" pitchFamily="34" charset="0"/>
                  <a:ea typeface="Verdana" panose="020B0604030504040204" pitchFamily="34" charset="0"/>
                  <a:cs typeface="Verdana" panose="020B0604030504040204" pitchFamily="34" charset="0"/>
                </a:rPr>
                <a:t>IMPACT</a:t>
              </a:r>
            </a:p>
            <a:p>
              <a:pPr>
                <a:spcAft>
                  <a:spcPts val="600"/>
                </a:spcAft>
              </a:pPr>
              <a:r>
                <a:rPr lang="en-US" sz="2800" dirty="0">
                  <a:latin typeface="Verdana"/>
                  <a:ea typeface="Verdana"/>
                </a:rPr>
                <a:t>We have developed an easy to use inventory management system that businesses can use.</a:t>
              </a:r>
            </a:p>
          </p:txBody>
        </p:sp>
      </p:grpSp>
      <p:sp>
        <p:nvSpPr>
          <p:cNvPr id="24" name="TextBox 23">
            <a:extLst>
              <a:ext uri="{FF2B5EF4-FFF2-40B4-BE49-F238E27FC236}">
                <a16:creationId xmlns:a16="http://schemas.microsoft.com/office/drawing/2014/main" id="{803DBD16-5AE4-3075-B381-675F35693C72}"/>
              </a:ext>
            </a:extLst>
          </p:cNvPr>
          <p:cNvSpPr txBox="1"/>
          <p:nvPr/>
        </p:nvSpPr>
        <p:spPr>
          <a:xfrm>
            <a:off x="718212" y="15048719"/>
            <a:ext cx="18606108" cy="2908489"/>
          </a:xfrm>
          <a:prstGeom prst="rect">
            <a:avLst/>
          </a:prstGeom>
          <a:noFill/>
        </p:spPr>
        <p:txBody>
          <a:bodyPr wrap="square">
            <a:spAutoFit/>
          </a:bodyPr>
          <a:lstStyle/>
          <a:p>
            <a:pPr>
              <a:lnSpc>
                <a:spcPts val="5400"/>
              </a:lnSpc>
              <a:spcAft>
                <a:spcPts val="1200"/>
              </a:spcAft>
            </a:pPr>
            <a:r>
              <a:rPr lang="en-US" sz="4400" b="1" dirty="0">
                <a:solidFill>
                  <a:srgbClr val="004B98"/>
                </a:solidFill>
                <a:latin typeface="Verdana" panose="020B0604030504040204" pitchFamily="34" charset="0"/>
                <a:ea typeface="Verdana" panose="020B0604030504040204" pitchFamily="34" charset="0"/>
                <a:cs typeface="Verdana" panose="020B0604030504040204" pitchFamily="34" charset="0"/>
              </a:rPr>
              <a:t>PROTOTYPE/PROCESS</a:t>
            </a:r>
            <a:endParaRPr lang="en-US" sz="4400" b="1" dirty="0">
              <a:solidFill>
                <a:schemeClr val="tx1"/>
              </a:solidFill>
              <a:latin typeface="Verdana" panose="020B0604030504040204" pitchFamily="34" charset="0"/>
              <a:ea typeface="Verdana" panose="020B0604030504040204" pitchFamily="34" charset="0"/>
              <a:cs typeface="Verdana" panose="020B0604030504040204" pitchFamily="34" charset="0"/>
            </a:endParaRPr>
          </a:p>
          <a:p>
            <a:r>
              <a:rPr lang="en-US" sz="4000" dirty="0">
                <a:solidFill>
                  <a:schemeClr val="bg1"/>
                </a:solidFill>
                <a:latin typeface="Verdana" panose="020B0604030504040204" pitchFamily="34" charset="0"/>
                <a:ea typeface="Verdana" panose="020B0604030504040204" pitchFamily="34" charset="0"/>
                <a:cs typeface="Verdana" panose="020B0604030504040204" pitchFamily="34" charset="0"/>
              </a:rPr>
              <a:t>The key features of our project are inventory management, user</a:t>
            </a:r>
          </a:p>
          <a:p>
            <a:r>
              <a:rPr lang="en-US" sz="4000" dirty="0">
                <a:solidFill>
                  <a:schemeClr val="bg1"/>
                </a:solidFill>
                <a:latin typeface="Verdana" panose="020B0604030504040204" pitchFamily="34" charset="0"/>
                <a:ea typeface="Verdana" panose="020B0604030504040204" pitchFamily="34" charset="0"/>
                <a:cs typeface="Verdana" panose="020B0604030504040204" pitchFamily="34" charset="0"/>
              </a:rPr>
              <a:t>management, order management, and the UI of the site. ​</a:t>
            </a:r>
          </a:p>
          <a:p>
            <a:pPr marL="571500" indent="-571500">
              <a:buFont typeface="Arial" panose="020B0604020202020204" pitchFamily="34" charset="0"/>
              <a:buChar char="•"/>
            </a:pPr>
            <a:r>
              <a:rPr lang="en-US" sz="2400" dirty="0">
                <a:solidFill>
                  <a:schemeClr val="bg1"/>
                </a:solidFill>
                <a:latin typeface="Verdana" panose="020B0604030504040204" pitchFamily="34" charset="0"/>
                <a:ea typeface="Verdana" panose="020B0604030504040204" pitchFamily="34" charset="0"/>
                <a:cs typeface="Verdana" panose="020B0604030504040204" pitchFamily="34" charset="0"/>
              </a:rPr>
              <a:t>From the beginning we wanted to have a nice UI for the site, that could transition from light to dark mode.​</a:t>
            </a:r>
          </a:p>
          <a:p>
            <a:pPr marL="571500" indent="-571500">
              <a:buFont typeface="Arial" panose="020B0604020202020204" pitchFamily="34" charset="0"/>
              <a:buChar char="•"/>
            </a:pPr>
            <a:r>
              <a:rPr lang="en-US" sz="2400" dirty="0">
                <a:solidFill>
                  <a:schemeClr val="bg1"/>
                </a:solidFill>
                <a:latin typeface="Verdana" panose="020B0604030504040204" pitchFamily="34" charset="0"/>
                <a:ea typeface="Verdana" panose="020B0604030504040204" pitchFamily="34" charset="0"/>
                <a:cs typeface="Verdana" panose="020B0604030504040204" pitchFamily="34" charset="0"/>
              </a:rPr>
              <a:t>We used a unifying page class to remove the concerns for standardization of the pages.</a:t>
            </a:r>
            <a:endParaRPr lang="en-US" sz="2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sp>
        <p:nvSpPr>
          <p:cNvPr id="25" name="TextBox 24">
            <a:extLst>
              <a:ext uri="{FF2B5EF4-FFF2-40B4-BE49-F238E27FC236}">
                <a16:creationId xmlns:a16="http://schemas.microsoft.com/office/drawing/2014/main" id="{E4C1FA25-A872-5437-2A4A-A31B0DD3A49C}"/>
              </a:ext>
            </a:extLst>
          </p:cNvPr>
          <p:cNvSpPr txBox="1"/>
          <p:nvPr/>
        </p:nvSpPr>
        <p:spPr>
          <a:xfrm>
            <a:off x="9479280" y="27135206"/>
            <a:ext cx="11617629" cy="677108"/>
          </a:xfrm>
          <a:prstGeom prst="rect">
            <a:avLst/>
          </a:prstGeom>
          <a:noFill/>
        </p:spPr>
        <p:txBody>
          <a:bodyPr wrap="square" lIns="91440" tIns="45720" rIns="91440" bIns="45720" rtlCol="0" anchor="t">
            <a:spAutoFit/>
          </a:bodyPr>
          <a:lstStyle/>
          <a:p>
            <a:pPr algn="r">
              <a:spcAft>
                <a:spcPts val="1200"/>
              </a:spcAft>
              <a:tabLst>
                <a:tab pos="24070688" algn="l"/>
              </a:tabLst>
            </a:pPr>
            <a:r>
              <a:rPr lang="en-US" sz="3800" b="1">
                <a:latin typeface="Verdana"/>
                <a:ea typeface="Verdana"/>
                <a:cs typeface="Verdana" panose="020B0604030504040204" pitchFamily="34" charset="0"/>
              </a:rPr>
              <a:t>Software Engineering Project 2025</a:t>
            </a:r>
            <a:endParaRPr lang="en-US" sz="3800" b="1">
              <a:latin typeface="Verdana" panose="020B0604030504040204" pitchFamily="34" charset="0"/>
              <a:ea typeface="Verdana" panose="020B0604030504040204" pitchFamily="34" charset="0"/>
              <a:cs typeface="Verdana" panose="020B0604030504040204" pitchFamily="34" charset="0"/>
            </a:endParaRPr>
          </a:p>
        </p:txBody>
      </p:sp>
      <p:pic>
        <p:nvPicPr>
          <p:cNvPr id="2" name="Picture 1" descr="A computer screen shot of a computer&#10;&#10;AI-generated content may be incorrect.">
            <a:extLst>
              <a:ext uri="{FF2B5EF4-FFF2-40B4-BE49-F238E27FC236}">
                <a16:creationId xmlns:a16="http://schemas.microsoft.com/office/drawing/2014/main" id="{FFFE5214-66E6-290E-68B2-39AC84C81425}"/>
              </a:ext>
            </a:extLst>
          </p:cNvPr>
          <p:cNvPicPr>
            <a:picLocks noChangeAspect="1"/>
          </p:cNvPicPr>
          <p:nvPr/>
        </p:nvPicPr>
        <p:blipFill>
          <a:blip r:embed="rId7"/>
          <a:stretch>
            <a:fillRect/>
          </a:stretch>
        </p:blipFill>
        <p:spPr>
          <a:xfrm>
            <a:off x="12904117" y="6659662"/>
            <a:ext cx="7375828" cy="7026633"/>
          </a:xfrm>
          <a:prstGeom prst="rect">
            <a:avLst/>
          </a:prstGeom>
        </p:spPr>
      </p:pic>
      <p:sp>
        <p:nvSpPr>
          <p:cNvPr id="4" name="TextBox 3">
            <a:extLst>
              <a:ext uri="{FF2B5EF4-FFF2-40B4-BE49-F238E27FC236}">
                <a16:creationId xmlns:a16="http://schemas.microsoft.com/office/drawing/2014/main" id="{BA02B922-C519-9D25-4DE8-2F97EB6371B1}"/>
              </a:ext>
            </a:extLst>
          </p:cNvPr>
          <p:cNvSpPr txBox="1"/>
          <p:nvPr/>
        </p:nvSpPr>
        <p:spPr>
          <a:xfrm>
            <a:off x="16128760" y="13924352"/>
            <a:ext cx="453390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400">
                <a:solidFill>
                  <a:schemeClr val="bg1"/>
                </a:solidFill>
                <a:latin typeface="Arial"/>
                <a:cs typeface="Arial"/>
              </a:rPr>
              <a:t>Figure 1: ERD Model</a:t>
            </a:r>
          </a:p>
        </p:txBody>
      </p:sp>
      <p:sp>
        <p:nvSpPr>
          <p:cNvPr id="3" name="TextBox 2">
            <a:extLst>
              <a:ext uri="{FF2B5EF4-FFF2-40B4-BE49-F238E27FC236}">
                <a16:creationId xmlns:a16="http://schemas.microsoft.com/office/drawing/2014/main" id="{D7D572B4-21D9-D6B3-EB6D-5BDD7A9E5D7E}"/>
              </a:ext>
            </a:extLst>
          </p:cNvPr>
          <p:cNvSpPr txBox="1"/>
          <p:nvPr/>
        </p:nvSpPr>
        <p:spPr>
          <a:xfrm>
            <a:off x="23952701" y="15580477"/>
            <a:ext cx="18606108" cy="2785378"/>
          </a:xfrm>
          <a:prstGeom prst="rect">
            <a:avLst/>
          </a:prstGeom>
          <a:solidFill>
            <a:schemeClr val="tx1"/>
          </a:solidFill>
        </p:spPr>
        <p:txBody>
          <a:bodyPr wrap="square">
            <a:spAutoFit/>
          </a:bodyPr>
          <a:lstStyle/>
          <a:p>
            <a:pPr>
              <a:lnSpc>
                <a:spcPts val="5400"/>
              </a:lnSpc>
              <a:spcAft>
                <a:spcPts val="1200"/>
              </a:spcAft>
            </a:pPr>
            <a:r>
              <a:rPr lang="en-US" sz="4400" b="1" dirty="0">
                <a:solidFill>
                  <a:srgbClr val="004B98"/>
                </a:solidFill>
                <a:latin typeface="Verdana" panose="020B0604030504040204" pitchFamily="34" charset="0"/>
                <a:ea typeface="Verdana" panose="020B0604030504040204" pitchFamily="34" charset="0"/>
                <a:cs typeface="Verdana" panose="020B0604030504040204" pitchFamily="34" charset="0"/>
              </a:rPr>
              <a:t>PROTOTYPE/PROCESS</a:t>
            </a:r>
            <a:endParaRPr lang="en-US" sz="4400" b="1" dirty="0">
              <a:solidFill>
                <a:schemeClr val="tx1"/>
              </a:solidFill>
              <a:latin typeface="Verdana" panose="020B0604030504040204" pitchFamily="34" charset="0"/>
              <a:ea typeface="Verdana" panose="020B0604030504040204" pitchFamily="34" charset="0"/>
              <a:cs typeface="Verdana" panose="020B0604030504040204" pitchFamily="34" charset="0"/>
            </a:endParaRPr>
          </a:p>
          <a:p>
            <a:r>
              <a:rPr lang="en-US" sz="4000" dirty="0">
                <a:solidFill>
                  <a:schemeClr val="bg1"/>
                </a:solidFill>
                <a:latin typeface="Verdana" panose="020B0604030504040204" pitchFamily="34" charset="0"/>
                <a:ea typeface="Verdana" panose="020B0604030504040204" pitchFamily="34" charset="0"/>
                <a:cs typeface="Verdana" panose="020B0604030504040204" pitchFamily="34" charset="0"/>
              </a:rPr>
              <a:t>Consider screenshots of your project. Pointing out the key features, design aspects, improvements, and performance. These should conceptually map to your design specifications. </a:t>
            </a:r>
            <a:endParaRPr lang="en-US" sz="5400" b="1" dirty="0">
              <a:solidFill>
                <a:schemeClr val="bg1"/>
              </a:solidFill>
              <a:latin typeface="Verdana" panose="020B0604030504040204" pitchFamily="34" charset="0"/>
              <a:ea typeface="Verdana" panose="020B0604030504040204" pitchFamily="34" charset="0"/>
              <a:cs typeface="Verdana" panose="020B0604030504040204" pitchFamily="34" charset="0"/>
            </a:endParaRPr>
          </a:p>
        </p:txBody>
      </p:sp>
      <p:pic>
        <p:nvPicPr>
          <p:cNvPr id="1026" name="Picture 2" descr="A screenshot of a website&#10;&#10;AI-generated content may be incorrect.">
            <a:extLst>
              <a:ext uri="{FF2B5EF4-FFF2-40B4-BE49-F238E27FC236}">
                <a16:creationId xmlns:a16="http://schemas.microsoft.com/office/drawing/2014/main" id="{37BC980C-2BED-EC79-5CBA-12827844A1F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94175" y="17968206"/>
            <a:ext cx="8057670" cy="274459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 computer screen shot of a code&#10;&#10;AI-generated content may be incorrect.">
            <a:extLst>
              <a:ext uri="{FF2B5EF4-FFF2-40B4-BE49-F238E27FC236}">
                <a16:creationId xmlns:a16="http://schemas.microsoft.com/office/drawing/2014/main" id="{55E1C58E-AF0E-81C2-85E9-20353E0859C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552206" y="19340505"/>
            <a:ext cx="5927074" cy="261294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638ed67b-20b9-4061-9a18-20e86443067d"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AD32CDFED766C34FA4B245A707B7CFEE" ma:contentTypeVersion="10" ma:contentTypeDescription="Create a new document." ma:contentTypeScope="" ma:versionID="ac7be4f140904b0904450ae38c603afb">
  <xsd:schema xmlns:xsd="http://www.w3.org/2001/XMLSchema" xmlns:xs="http://www.w3.org/2001/XMLSchema" xmlns:p="http://schemas.microsoft.com/office/2006/metadata/properties" xmlns:ns3="638ed67b-20b9-4061-9a18-20e86443067d" targetNamespace="http://schemas.microsoft.com/office/2006/metadata/properties" ma:root="true" ma:fieldsID="e64104e6d46d07c9324b5d6dc6870be7" ns3:_="">
    <xsd:import namespace="638ed67b-20b9-4061-9a18-20e86443067d"/>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element ref="ns3:_activity"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38ed67b-20b9-4061-9a18-20e86443067d"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_activity" ma:index="13" nillable="true" ma:displayName="_activity" ma:hidden="true" ma:internalName="_activity">
      <xsd:simpleType>
        <xsd:restriction base="dms:Note"/>
      </xsd:simpleType>
    </xsd:element>
    <xsd:element name="MediaServiceSystemTags" ma:index="14" nillable="true" ma:displayName="MediaServiceSystemTags" ma:hidden="true" ma:internalName="MediaServiceSystemTags" ma:readOnly="true">
      <xsd:simpleType>
        <xsd:restriction base="dms:Note"/>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A638ADA-06DF-45AB-BFB2-D0D6F294C0ED}">
  <ds:schemaRefs>
    <ds:schemaRef ds:uri="http://schemas.microsoft.com/sharepoint/v3/contenttype/forms"/>
  </ds:schemaRefs>
</ds:datastoreItem>
</file>

<file path=customXml/itemProps2.xml><?xml version="1.0" encoding="utf-8"?>
<ds:datastoreItem xmlns:ds="http://schemas.openxmlformats.org/officeDocument/2006/customXml" ds:itemID="{3A28B7BE-1EEF-4846-B0EC-E672D97B7FFD}">
  <ds:schemaRefs>
    <ds:schemaRef ds:uri="638ed67b-20b9-4061-9a18-20e86443067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837035A9-003D-4B1A-ACCB-239268A61DA1}">
  <ds:schemaRefs>
    <ds:schemaRef ds:uri="638ed67b-20b9-4061-9a18-20e86443067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1</TotalTime>
  <Words>580</Words>
  <Application>Microsoft Office PowerPoint</Application>
  <PresentationFormat>Custom</PresentationFormat>
  <Paragraphs>46</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Verdana</vt:lpstr>
      <vt:lpstr>Office Theme</vt:lpstr>
      <vt:lpstr>PowerPoint Presentation</vt:lpstr>
    </vt:vector>
  </TitlesOfParts>
  <Company>Elizabethtown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degoedek</dc:creator>
  <cp:lastModifiedBy>Pellet, Alexander M</cp:lastModifiedBy>
  <cp:revision>5</cp:revision>
  <dcterms:created xsi:type="dcterms:W3CDTF">2008-04-17T15:23:35Z</dcterms:created>
  <dcterms:modified xsi:type="dcterms:W3CDTF">2025-12-12T02:07:06Z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0x010100AD32CDFED766C34FA4B245A707B7CFEE</vt:lpwstr>
  </property>
  <property fmtid="{D5CDD505-2E9C-101B-9397-08002B2CF9AE}" pid="3" name="xd_ProgID">
    <vt:lpwstr/>
  </property>
  <property fmtid="{D5CDD505-2E9C-101B-9397-08002B2CF9AE}" pid="4" name="MediaServiceImageTags">
    <vt:lpwstr/>
  </property>
  <property fmtid="{D5CDD505-2E9C-101B-9397-08002B2CF9AE}" pid="5" name="_SourceUrl">
    <vt:lpwstr/>
  </property>
  <property fmtid="{D5CDD505-2E9C-101B-9397-08002B2CF9AE}" pid="6" name="_SharedFileIndex">
    <vt:lpwstr/>
  </property>
  <property fmtid="{D5CDD505-2E9C-101B-9397-08002B2CF9AE}" pid="7" name="ComplianceAssetId">
    <vt:lpwstr/>
  </property>
  <property fmtid="{D5CDD505-2E9C-101B-9397-08002B2CF9AE}" pid="8" name="TemplateUrl">
    <vt:lpwstr/>
  </property>
  <property fmtid="{D5CDD505-2E9C-101B-9397-08002B2CF9AE}" pid="9" name="_ExtendedDescription">
    <vt:lpwstr/>
  </property>
  <property fmtid="{D5CDD505-2E9C-101B-9397-08002B2CF9AE}" pid="10" name="TriggerFlowInfo">
    <vt:lpwstr/>
  </property>
  <property fmtid="{D5CDD505-2E9C-101B-9397-08002B2CF9AE}" pid="11" name="xd_Signature">
    <vt:bool>false</vt:bool>
  </property>
</Properties>
</file>